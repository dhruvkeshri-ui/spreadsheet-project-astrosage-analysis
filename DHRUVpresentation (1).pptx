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sldIdLst>
    <p:sldId id="258" r:id="rId5"/>
    <p:sldId id="278" r:id="rId6"/>
    <p:sldId id="264" r:id="rId7"/>
    <p:sldId id="265" r:id="rId8"/>
    <p:sldId id="270" r:id="rId9"/>
    <p:sldId id="280" r:id="rId10"/>
    <p:sldId id="286" r:id="rId11"/>
    <p:sldId id="287" r:id="rId12"/>
    <p:sldId id="288" r:id="rId13"/>
    <p:sldId id="285" r:id="rId14"/>
    <p:sldId id="290" r:id="rId15"/>
    <p:sldId id="289" r:id="rId16"/>
    <p:sldId id="291" r:id="rId17"/>
    <p:sldId id="292" r:id="rId18"/>
    <p:sldId id="296" r:id="rId19"/>
    <p:sldId id="293" r:id="rId20"/>
    <p:sldId id="294" r:id="rId21"/>
    <p:sldId id="29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20972D2-37BE-4B33-A69C-16279FE05CEC}">
          <p14:sldIdLst>
            <p14:sldId id="258"/>
            <p14:sldId id="278"/>
            <p14:sldId id="264"/>
            <p14:sldId id="265"/>
            <p14:sldId id="270"/>
            <p14:sldId id="280"/>
            <p14:sldId id="286"/>
            <p14:sldId id="287"/>
            <p14:sldId id="288"/>
            <p14:sldId id="285"/>
          </p14:sldIdLst>
        </p14:section>
        <p14:section name="Untitled Section" id="{7E365F09-A85C-47EF-9DE3-A52A9EFDD475}">
          <p14:sldIdLst>
            <p14:sldId id="290"/>
            <p14:sldId id="289"/>
            <p14:sldId id="291"/>
            <p14:sldId id="292"/>
            <p14:sldId id="296"/>
            <p14:sldId id="293"/>
            <p14:sldId id="294"/>
            <p14:sldId id="29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456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4" pos="7224" userDrawn="1">
          <p15:clr>
            <a:srgbClr val="A4A3A4"/>
          </p15:clr>
        </p15:guide>
        <p15:guide id="5" orient="horz" pos="408" userDrawn="1">
          <p15:clr>
            <a:srgbClr val="A4A3A4"/>
          </p15:clr>
        </p15:guide>
        <p15:guide id="6" orient="horz" pos="139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1F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23DC4F-54BD-4AEF-A3D7-0C4538EEF87A}" v="410" dt="2025-11-12T14:14:52.354"/>
  </p1510:revLst>
</p1510:revInfo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16" autoAdjust="0"/>
    <p:restoredTop sz="94830"/>
  </p:normalViewPr>
  <p:slideViewPr>
    <p:cSldViewPr snapToGrid="0" showGuides="1">
      <p:cViewPr>
        <p:scale>
          <a:sx n="75" d="100"/>
          <a:sy n="75" d="100"/>
        </p:scale>
        <p:origin x="441" y="363"/>
      </p:cViewPr>
      <p:guideLst>
        <p:guide orient="horz" pos="2184"/>
        <p:guide pos="456"/>
        <p:guide pos="3840"/>
        <p:guide pos="7224"/>
        <p:guide orient="horz" pos="408"/>
        <p:guide orient="horz" pos="1392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RUV KESHRI" userId="f54754b99e6ab5c1" providerId="LiveId" clId="{5CF0F215-8477-49B4-9B7F-ACCE8B298121}"/>
    <pc:docChg chg="undo redo custSel modSld sldOrd modSection">
      <pc:chgData name="DHRUV KESHRI" userId="f54754b99e6ab5c1" providerId="LiveId" clId="{5CF0F215-8477-49B4-9B7F-ACCE8B298121}" dt="2025-11-12T14:14:52.354" v="1030" actId="14100"/>
      <pc:docMkLst>
        <pc:docMk/>
      </pc:docMkLst>
      <pc:sldChg chg="modSp mod">
        <pc:chgData name="DHRUV KESHRI" userId="f54754b99e6ab5c1" providerId="LiveId" clId="{5CF0F215-8477-49B4-9B7F-ACCE8B298121}" dt="2025-11-12T13:29:18.293" v="473" actId="1076"/>
        <pc:sldMkLst>
          <pc:docMk/>
          <pc:sldMk cId="3989327033" sldId="265"/>
        </pc:sldMkLst>
        <pc:spChg chg="mod">
          <ac:chgData name="DHRUV KESHRI" userId="f54754b99e6ab5c1" providerId="LiveId" clId="{5CF0F215-8477-49B4-9B7F-ACCE8B298121}" dt="2025-11-12T13:29:18.293" v="473" actId="1076"/>
          <ac:spMkLst>
            <pc:docMk/>
            <pc:sldMk cId="3989327033" sldId="265"/>
            <ac:spMk id="2" creationId="{30381888-7D46-8FFE-22E9-D972C6A5FB4C}"/>
          </ac:spMkLst>
        </pc:spChg>
        <pc:spChg chg="mod">
          <ac:chgData name="DHRUV KESHRI" userId="f54754b99e6ab5c1" providerId="LiveId" clId="{5CF0F215-8477-49B4-9B7F-ACCE8B298121}" dt="2025-11-12T13:29:14.822" v="472" actId="1076"/>
          <ac:spMkLst>
            <pc:docMk/>
            <pc:sldMk cId="3989327033" sldId="265"/>
            <ac:spMk id="11" creationId="{12E8413F-FD7B-4FEA-20DA-30427BEE10EE}"/>
          </ac:spMkLst>
        </pc:spChg>
      </pc:sldChg>
      <pc:sldChg chg="modSp mod">
        <pc:chgData name="DHRUV KESHRI" userId="f54754b99e6ab5c1" providerId="LiveId" clId="{5CF0F215-8477-49B4-9B7F-ACCE8B298121}" dt="2025-11-12T13:29:51.104" v="479" actId="20577"/>
        <pc:sldMkLst>
          <pc:docMk/>
          <pc:sldMk cId="2461847894" sldId="270"/>
        </pc:sldMkLst>
        <pc:spChg chg="mod">
          <ac:chgData name="DHRUV KESHRI" userId="f54754b99e6ab5c1" providerId="LiveId" clId="{5CF0F215-8477-49B4-9B7F-ACCE8B298121}" dt="2025-11-12T13:29:51.104" v="479" actId="20577"/>
          <ac:spMkLst>
            <pc:docMk/>
            <pc:sldMk cId="2461847894" sldId="270"/>
            <ac:spMk id="3" creationId="{7FE254A4-2340-0054-C749-B7C70117575F}"/>
          </ac:spMkLst>
        </pc:spChg>
      </pc:sldChg>
      <pc:sldChg chg="modSp mod">
        <pc:chgData name="DHRUV KESHRI" userId="f54754b99e6ab5c1" providerId="LiveId" clId="{5CF0F215-8477-49B4-9B7F-ACCE8B298121}" dt="2025-11-12T14:11:33.874" v="988" actId="14100"/>
        <pc:sldMkLst>
          <pc:docMk/>
          <pc:sldMk cId="1343223353" sldId="278"/>
        </pc:sldMkLst>
        <pc:spChg chg="mod">
          <ac:chgData name="DHRUV KESHRI" userId="f54754b99e6ab5c1" providerId="LiveId" clId="{5CF0F215-8477-49B4-9B7F-ACCE8B298121}" dt="2025-11-12T14:11:29.059" v="987" actId="14100"/>
          <ac:spMkLst>
            <pc:docMk/>
            <pc:sldMk cId="1343223353" sldId="278"/>
            <ac:spMk id="3" creationId="{F10830CA-C4C2-3CDD-EA9E-2F8BC0DBD4B0}"/>
          </ac:spMkLst>
        </pc:spChg>
        <pc:spChg chg="mod">
          <ac:chgData name="DHRUV KESHRI" userId="f54754b99e6ab5c1" providerId="LiveId" clId="{5CF0F215-8477-49B4-9B7F-ACCE8B298121}" dt="2025-11-12T14:11:33.874" v="988" actId="14100"/>
          <ac:spMkLst>
            <pc:docMk/>
            <pc:sldMk cId="1343223353" sldId="278"/>
            <ac:spMk id="23" creationId="{C68166A2-8569-373F-D73A-D918667888B9}"/>
          </ac:spMkLst>
        </pc:spChg>
        <pc:spChg chg="mod">
          <ac:chgData name="DHRUV KESHRI" userId="f54754b99e6ab5c1" providerId="LiveId" clId="{5CF0F215-8477-49B4-9B7F-ACCE8B298121}" dt="2025-11-12T13:09:54.540" v="423" actId="1076"/>
          <ac:spMkLst>
            <pc:docMk/>
            <pc:sldMk cId="1343223353" sldId="278"/>
            <ac:spMk id="24" creationId="{10491BBE-DD3B-5E42-8FBE-0EE114250BB4}"/>
          </ac:spMkLst>
        </pc:spChg>
      </pc:sldChg>
      <pc:sldChg chg="addSp delSp modSp mod">
        <pc:chgData name="DHRUV KESHRI" userId="f54754b99e6ab5c1" providerId="LiveId" clId="{5CF0F215-8477-49B4-9B7F-ACCE8B298121}" dt="2025-11-12T13:38:55.269" v="544" actId="20577"/>
        <pc:sldMkLst>
          <pc:docMk/>
          <pc:sldMk cId="2828537535" sldId="280"/>
        </pc:sldMkLst>
        <pc:spChg chg="mod">
          <ac:chgData name="DHRUV KESHRI" userId="f54754b99e6ab5c1" providerId="LiveId" clId="{5CF0F215-8477-49B4-9B7F-ACCE8B298121}" dt="2025-11-12T13:09:28.060" v="420" actId="14100"/>
          <ac:spMkLst>
            <pc:docMk/>
            <pc:sldMk cId="2828537535" sldId="280"/>
            <ac:spMk id="2" creationId="{9B4B88C3-22C9-7AFF-33C5-C94BB8BA8825}"/>
          </ac:spMkLst>
        </pc:spChg>
        <pc:spChg chg="add del mod">
          <ac:chgData name="DHRUV KESHRI" userId="f54754b99e6ab5c1" providerId="LiveId" clId="{5CF0F215-8477-49B4-9B7F-ACCE8B298121}" dt="2025-11-12T12:15:03.400" v="1" actId="478"/>
          <ac:spMkLst>
            <pc:docMk/>
            <pc:sldMk cId="2828537535" sldId="280"/>
            <ac:spMk id="4" creationId="{4AB59CD2-62AB-330A-90C0-04B642E7A657}"/>
          </ac:spMkLst>
        </pc:spChg>
        <pc:spChg chg="add mod">
          <ac:chgData name="DHRUV KESHRI" userId="f54754b99e6ab5c1" providerId="LiveId" clId="{5CF0F215-8477-49B4-9B7F-ACCE8B298121}" dt="2025-11-12T13:09:28.060" v="420" actId="14100"/>
          <ac:spMkLst>
            <pc:docMk/>
            <pc:sldMk cId="2828537535" sldId="280"/>
            <ac:spMk id="5" creationId="{43CA1764-DF03-8D09-6810-AA6107E34328}"/>
          </ac:spMkLst>
        </pc:spChg>
        <pc:spChg chg="mod">
          <ac:chgData name="DHRUV KESHRI" userId="f54754b99e6ab5c1" providerId="LiveId" clId="{5CF0F215-8477-49B4-9B7F-ACCE8B298121}" dt="2025-11-12T13:38:55.269" v="544" actId="20577"/>
          <ac:spMkLst>
            <pc:docMk/>
            <pc:sldMk cId="2828537535" sldId="280"/>
            <ac:spMk id="17" creationId="{DB288C3C-9380-C080-F68D-144FEC20EB95}"/>
          </ac:spMkLst>
        </pc:spChg>
        <pc:graphicFrameChg chg="add del mod">
          <ac:chgData name="DHRUV KESHRI" userId="f54754b99e6ab5c1" providerId="LiveId" clId="{5CF0F215-8477-49B4-9B7F-ACCE8B298121}" dt="2025-11-12T13:02:05.215" v="373" actId="20577"/>
          <ac:graphicFrameMkLst>
            <pc:docMk/>
            <pc:sldMk cId="2828537535" sldId="280"/>
            <ac:graphicFrameMk id="8" creationId="{1B2177CF-EAFB-D4AC-8AAF-9C88297AA778}"/>
          </ac:graphicFrameMkLst>
        </pc:graphicFrameChg>
      </pc:sldChg>
      <pc:sldChg chg="addSp delSp modSp mod ord">
        <pc:chgData name="DHRUV KESHRI" userId="f54754b99e6ab5c1" providerId="LiveId" clId="{5CF0F215-8477-49B4-9B7F-ACCE8B298121}" dt="2025-11-12T13:40:21.541" v="597" actId="1076"/>
        <pc:sldMkLst>
          <pc:docMk/>
          <pc:sldMk cId="3637031163" sldId="285"/>
        </pc:sldMkLst>
        <pc:spChg chg="add del mod">
          <ac:chgData name="DHRUV KESHRI" userId="f54754b99e6ab5c1" providerId="LiveId" clId="{5CF0F215-8477-49B4-9B7F-ACCE8B298121}" dt="2025-11-12T12:21:56.788" v="96" actId="478"/>
          <ac:spMkLst>
            <pc:docMk/>
            <pc:sldMk cId="3637031163" sldId="285"/>
            <ac:spMk id="3" creationId="{130BC071-6649-F927-FC98-F218673CB54A}"/>
          </ac:spMkLst>
        </pc:spChg>
        <pc:spChg chg="add del mod">
          <ac:chgData name="DHRUV KESHRI" userId="f54754b99e6ab5c1" providerId="LiveId" clId="{5CF0F215-8477-49B4-9B7F-ACCE8B298121}" dt="2025-11-12T12:21:56.507" v="95" actId="478"/>
          <ac:spMkLst>
            <pc:docMk/>
            <pc:sldMk cId="3637031163" sldId="285"/>
            <ac:spMk id="5" creationId="{65CC9BFB-F344-CED6-2FDD-5FA7686712B3}"/>
          </ac:spMkLst>
        </pc:spChg>
        <pc:spChg chg="add del mod">
          <ac:chgData name="DHRUV KESHRI" userId="f54754b99e6ab5c1" providerId="LiveId" clId="{5CF0F215-8477-49B4-9B7F-ACCE8B298121}" dt="2025-11-12T12:27:07.030" v="142" actId="478"/>
          <ac:spMkLst>
            <pc:docMk/>
            <pc:sldMk cId="3637031163" sldId="285"/>
            <ac:spMk id="7" creationId="{2C2C5A5C-3536-EFCA-60F1-ABCAE9DF66B2}"/>
          </ac:spMkLst>
        </pc:spChg>
        <pc:spChg chg="mod">
          <ac:chgData name="DHRUV KESHRI" userId="f54754b99e6ab5c1" providerId="LiveId" clId="{5CF0F215-8477-49B4-9B7F-ACCE8B298121}" dt="2025-11-12T12:52:34.780" v="252" actId="14100"/>
          <ac:spMkLst>
            <pc:docMk/>
            <pc:sldMk cId="3637031163" sldId="285"/>
            <ac:spMk id="10" creationId="{911131D1-E047-7752-5D71-F8D255234266}"/>
          </ac:spMkLst>
        </pc:spChg>
        <pc:spChg chg="add del">
          <ac:chgData name="DHRUV KESHRI" userId="f54754b99e6ab5c1" providerId="LiveId" clId="{5CF0F215-8477-49B4-9B7F-ACCE8B298121}" dt="2025-11-12T12:43:51.851" v="173" actId="478"/>
          <ac:spMkLst>
            <pc:docMk/>
            <pc:sldMk cId="3637031163" sldId="285"/>
            <ac:spMk id="13" creationId="{EF93E4CF-D5C4-46EC-3840-8EA30E2F0D97}"/>
          </ac:spMkLst>
        </pc:spChg>
        <pc:spChg chg="add del mod">
          <ac:chgData name="DHRUV KESHRI" userId="f54754b99e6ab5c1" providerId="LiveId" clId="{5CF0F215-8477-49B4-9B7F-ACCE8B298121}" dt="2025-11-12T12:30:35.757" v="147" actId="478"/>
          <ac:spMkLst>
            <pc:docMk/>
            <pc:sldMk cId="3637031163" sldId="285"/>
            <ac:spMk id="14" creationId="{1AE2F272-D849-7A34-4FAE-4BEAA7C8701A}"/>
          </ac:spMkLst>
        </pc:spChg>
        <pc:spChg chg="add del mod">
          <ac:chgData name="DHRUV KESHRI" userId="f54754b99e6ab5c1" providerId="LiveId" clId="{5CF0F215-8477-49B4-9B7F-ACCE8B298121}" dt="2025-11-12T12:36:18.047" v="172" actId="478"/>
          <ac:spMkLst>
            <pc:docMk/>
            <pc:sldMk cId="3637031163" sldId="285"/>
            <ac:spMk id="17" creationId="{4826E160-78BF-779B-9222-5A9FAFD09269}"/>
          </ac:spMkLst>
        </pc:spChg>
        <pc:spChg chg="add del mod">
          <ac:chgData name="DHRUV KESHRI" userId="f54754b99e6ab5c1" providerId="LiveId" clId="{5CF0F215-8477-49B4-9B7F-ACCE8B298121}" dt="2025-11-12T12:48:34.222" v="188" actId="478"/>
          <ac:spMkLst>
            <pc:docMk/>
            <pc:sldMk cId="3637031163" sldId="285"/>
            <ac:spMk id="20" creationId="{D197316B-CC04-28BF-99D6-171F27D05AF8}"/>
          </ac:spMkLst>
        </pc:spChg>
        <pc:spChg chg="add del mod">
          <ac:chgData name="DHRUV KESHRI" userId="f54754b99e6ab5c1" providerId="LiveId" clId="{5CF0F215-8477-49B4-9B7F-ACCE8B298121}" dt="2025-11-12T12:50:30.917" v="203" actId="478"/>
          <ac:spMkLst>
            <pc:docMk/>
            <pc:sldMk cId="3637031163" sldId="285"/>
            <ac:spMk id="22" creationId="{2F3F85AD-F29A-6D38-D538-C68557639781}"/>
          </ac:spMkLst>
        </pc:spChg>
        <pc:spChg chg="add mod">
          <ac:chgData name="DHRUV KESHRI" userId="f54754b99e6ab5c1" providerId="LiveId" clId="{5CF0F215-8477-49B4-9B7F-ACCE8B298121}" dt="2025-11-12T13:40:06.922" v="594" actId="1076"/>
          <ac:spMkLst>
            <pc:docMk/>
            <pc:sldMk cId="3637031163" sldId="285"/>
            <ac:spMk id="23" creationId="{8C8D7E0B-75DC-8FA5-3576-62B2530F7BE1}"/>
          </ac:spMkLst>
        </pc:spChg>
        <pc:spChg chg="add mod">
          <ac:chgData name="DHRUV KESHRI" userId="f54754b99e6ab5c1" providerId="LiveId" clId="{5CF0F215-8477-49B4-9B7F-ACCE8B298121}" dt="2025-11-12T13:40:16.778" v="596" actId="1076"/>
          <ac:spMkLst>
            <pc:docMk/>
            <pc:sldMk cId="3637031163" sldId="285"/>
            <ac:spMk id="24" creationId="{56AE6E7D-0D99-0C0D-B5C8-17CCA16C19E6}"/>
          </ac:spMkLst>
        </pc:spChg>
        <pc:graphicFrameChg chg="add del mod">
          <ac:chgData name="DHRUV KESHRI" userId="f54754b99e6ab5c1" providerId="LiveId" clId="{5CF0F215-8477-49B4-9B7F-ACCE8B298121}" dt="2025-11-12T12:27:06.554" v="141"/>
          <ac:graphicFrameMkLst>
            <pc:docMk/>
            <pc:sldMk cId="3637031163" sldId="285"/>
            <ac:graphicFrameMk id="8" creationId="{BB4FF451-4CBE-47F9-AACF-C851C710F238}"/>
          </ac:graphicFrameMkLst>
        </pc:graphicFrameChg>
        <pc:graphicFrameChg chg="add del mod">
          <ac:chgData name="DHRUV KESHRI" userId="f54754b99e6ab5c1" providerId="LiveId" clId="{5CF0F215-8477-49B4-9B7F-ACCE8B298121}" dt="2025-11-12T12:27:04.120" v="134"/>
          <ac:graphicFrameMkLst>
            <pc:docMk/>
            <pc:sldMk cId="3637031163" sldId="285"/>
            <ac:graphicFrameMk id="9" creationId="{BB4FF451-4CBE-47F9-AACF-C851C710F238}"/>
          </ac:graphicFrameMkLst>
        </pc:graphicFrameChg>
        <pc:graphicFrameChg chg="add del mod">
          <ac:chgData name="DHRUV KESHRI" userId="f54754b99e6ab5c1" providerId="LiveId" clId="{5CF0F215-8477-49B4-9B7F-ACCE8B298121}" dt="2025-11-12T12:27:01.572" v="129"/>
          <ac:graphicFrameMkLst>
            <pc:docMk/>
            <pc:sldMk cId="3637031163" sldId="285"/>
            <ac:graphicFrameMk id="11" creationId="{53038BBD-9130-00E7-0202-D84A33EBAAAC}"/>
          </ac:graphicFrameMkLst>
        </pc:graphicFrameChg>
        <pc:graphicFrameChg chg="add mod">
          <ac:chgData name="DHRUV KESHRI" userId="f54754b99e6ab5c1" providerId="LiveId" clId="{5CF0F215-8477-49B4-9B7F-ACCE8B298121}" dt="2025-11-12T12:30:35.159" v="146"/>
          <ac:graphicFrameMkLst>
            <pc:docMk/>
            <pc:sldMk cId="3637031163" sldId="285"/>
            <ac:graphicFrameMk id="15" creationId="{53038BBD-9130-00E7-0202-D84A33EBAAAC}"/>
          </ac:graphicFrameMkLst>
        </pc:graphicFrameChg>
        <pc:graphicFrameChg chg="add del mod">
          <ac:chgData name="DHRUV KESHRI" userId="f54754b99e6ab5c1" providerId="LiveId" clId="{5CF0F215-8477-49B4-9B7F-ACCE8B298121}" dt="2025-11-12T12:44:10.873" v="174" actId="478"/>
          <ac:graphicFrameMkLst>
            <pc:docMk/>
            <pc:sldMk cId="3637031163" sldId="285"/>
            <ac:graphicFrameMk id="18" creationId="{53038BBD-9130-00E7-0202-D84A33EBAAAC}"/>
          </ac:graphicFrameMkLst>
        </pc:graphicFrameChg>
        <pc:graphicFrameChg chg="add mod">
          <ac:chgData name="DHRUV KESHRI" userId="f54754b99e6ab5c1" providerId="LiveId" clId="{5CF0F215-8477-49B4-9B7F-ACCE8B298121}" dt="2025-11-12T13:40:21.541" v="597" actId="1076"/>
          <ac:graphicFrameMkLst>
            <pc:docMk/>
            <pc:sldMk cId="3637031163" sldId="285"/>
            <ac:graphicFrameMk id="21" creationId="{53038BBD-9130-00E7-0202-D84A33EBAAAC}"/>
          </ac:graphicFrameMkLst>
        </pc:graphicFrameChg>
        <pc:graphicFrameChg chg="add del mod">
          <ac:chgData name="DHRUV KESHRI" userId="f54754b99e6ab5c1" providerId="LiveId" clId="{5CF0F215-8477-49B4-9B7F-ACCE8B298121}" dt="2025-11-12T12:35:46.443" v="158" actId="478"/>
          <ac:graphicFrameMkLst>
            <pc:docMk/>
            <pc:sldMk cId="3637031163" sldId="285"/>
            <ac:graphicFrameMk id="26" creationId="{2097E329-3766-3C2F-AD88-709EE10C5138}"/>
          </ac:graphicFrameMkLst>
        </pc:graphicFrameChg>
        <pc:graphicFrameChg chg="del">
          <ac:chgData name="DHRUV KESHRI" userId="f54754b99e6ab5c1" providerId="LiveId" clId="{5CF0F215-8477-49B4-9B7F-ACCE8B298121}" dt="2025-11-12T12:18:05.863" v="23" actId="478"/>
          <ac:graphicFrameMkLst>
            <pc:docMk/>
            <pc:sldMk cId="3637031163" sldId="285"/>
            <ac:graphicFrameMk id="27" creationId="{C8EAB35D-9119-10A6-A798-9654118E8E37}"/>
          </ac:graphicFrameMkLst>
        </pc:graphicFrameChg>
      </pc:sldChg>
      <pc:sldChg chg="addSp modSp mod">
        <pc:chgData name="DHRUV KESHRI" userId="f54754b99e6ab5c1" providerId="LiveId" clId="{5CF0F215-8477-49B4-9B7F-ACCE8B298121}" dt="2025-11-12T14:10:50.399" v="977" actId="20577"/>
        <pc:sldMkLst>
          <pc:docMk/>
          <pc:sldMk cId="3660010225" sldId="286"/>
        </pc:sldMkLst>
        <pc:spChg chg="add mod">
          <ac:chgData name="DHRUV KESHRI" userId="f54754b99e6ab5c1" providerId="LiveId" clId="{5CF0F215-8477-49B4-9B7F-ACCE8B298121}" dt="2025-11-12T13:07:49.529" v="412" actId="1076"/>
          <ac:spMkLst>
            <pc:docMk/>
            <pc:sldMk cId="3660010225" sldId="286"/>
            <ac:spMk id="2" creationId="{99F42AC4-14BB-352A-017C-9C928E3AAE7E}"/>
          </ac:spMkLst>
        </pc:spChg>
        <pc:spChg chg="mod">
          <ac:chgData name="DHRUV KESHRI" userId="f54754b99e6ab5c1" providerId="LiveId" clId="{5CF0F215-8477-49B4-9B7F-ACCE8B298121}" dt="2025-11-12T14:10:50.399" v="977" actId="20577"/>
          <ac:spMkLst>
            <pc:docMk/>
            <pc:sldMk cId="3660010225" sldId="286"/>
            <ac:spMk id="15" creationId="{2959479B-5397-75EE-E710-AB46941CBADE}"/>
          </ac:spMkLst>
        </pc:spChg>
        <pc:graphicFrameChg chg="mod">
          <ac:chgData name="DHRUV KESHRI" userId="f54754b99e6ab5c1" providerId="LiveId" clId="{5CF0F215-8477-49B4-9B7F-ACCE8B298121}" dt="2025-11-12T13:03:24.273" v="391"/>
          <ac:graphicFrameMkLst>
            <pc:docMk/>
            <pc:sldMk cId="3660010225" sldId="286"/>
            <ac:graphicFrameMk id="3" creationId="{65001AE2-B9F3-19DF-22AE-AC64B886E520}"/>
          </ac:graphicFrameMkLst>
        </pc:graphicFrameChg>
      </pc:sldChg>
      <pc:sldChg chg="addSp modSp mod">
        <pc:chgData name="DHRUV KESHRI" userId="f54754b99e6ab5c1" providerId="LiveId" clId="{5CF0F215-8477-49B4-9B7F-ACCE8B298121}" dt="2025-11-12T14:13:52.133" v="1010" actId="27918"/>
        <pc:sldMkLst>
          <pc:docMk/>
          <pc:sldMk cId="1722737754" sldId="287"/>
        </pc:sldMkLst>
        <pc:spChg chg="add mod">
          <ac:chgData name="DHRUV KESHRI" userId="f54754b99e6ab5c1" providerId="LiveId" clId="{5CF0F215-8477-49B4-9B7F-ACCE8B298121}" dt="2025-11-12T13:07:15.906" v="407" actId="1076"/>
          <ac:spMkLst>
            <pc:docMk/>
            <pc:sldMk cId="1722737754" sldId="287"/>
            <ac:spMk id="4" creationId="{7489276B-9FE4-FA85-D6A3-A2934577A078}"/>
          </ac:spMkLst>
        </pc:spChg>
        <pc:spChg chg="mod">
          <ac:chgData name="DHRUV KESHRI" userId="f54754b99e6ab5c1" providerId="LiveId" clId="{5CF0F215-8477-49B4-9B7F-ACCE8B298121}" dt="2025-11-12T13:38:21.642" v="542" actId="20577"/>
          <ac:spMkLst>
            <pc:docMk/>
            <pc:sldMk cId="1722737754" sldId="287"/>
            <ac:spMk id="11" creationId="{F58E9D9C-DB26-D654-F6D9-C09DAB7215C5}"/>
          </ac:spMkLst>
        </pc:spChg>
        <pc:graphicFrameChg chg="mod">
          <ac:chgData name="DHRUV KESHRI" userId="f54754b99e6ab5c1" providerId="LiveId" clId="{5CF0F215-8477-49B4-9B7F-ACCE8B298121}" dt="2025-11-12T14:13:38.854" v="1002" actId="404"/>
          <ac:graphicFrameMkLst>
            <pc:docMk/>
            <pc:sldMk cId="1722737754" sldId="287"/>
            <ac:graphicFrameMk id="12" creationId="{4A11F515-208C-B1DF-702D-A4AEF5856914}"/>
          </ac:graphicFrameMkLst>
        </pc:graphicFrameChg>
      </pc:sldChg>
      <pc:sldChg chg="addSp delSp modSp mod">
        <pc:chgData name="DHRUV KESHRI" userId="f54754b99e6ab5c1" providerId="LiveId" clId="{5CF0F215-8477-49B4-9B7F-ACCE8B298121}" dt="2025-11-12T13:41:11.165" v="610" actId="1076"/>
        <pc:sldMkLst>
          <pc:docMk/>
          <pc:sldMk cId="3604053989" sldId="288"/>
        </pc:sldMkLst>
        <pc:spChg chg="add del mod">
          <ac:chgData name="DHRUV KESHRI" userId="f54754b99e6ab5c1" providerId="LiveId" clId="{5CF0F215-8477-49B4-9B7F-ACCE8B298121}" dt="2025-11-12T12:21:05.013" v="87" actId="478"/>
          <ac:spMkLst>
            <pc:docMk/>
            <pc:sldMk cId="3604053989" sldId="288"/>
            <ac:spMk id="3" creationId="{581E6C70-0692-F84F-95ED-C63B8F2D60DB}"/>
          </ac:spMkLst>
        </pc:spChg>
        <pc:spChg chg="add mod">
          <ac:chgData name="DHRUV KESHRI" userId="f54754b99e6ab5c1" providerId="LiveId" clId="{5CF0F215-8477-49B4-9B7F-ACCE8B298121}" dt="2025-11-12T13:11:39.137" v="436" actId="1582"/>
          <ac:spMkLst>
            <pc:docMk/>
            <pc:sldMk cId="3604053989" sldId="288"/>
            <ac:spMk id="5" creationId="{6E238A79-7E5F-9E8E-2047-C5F2738C233B}"/>
          </ac:spMkLst>
        </pc:spChg>
        <pc:spChg chg="mod">
          <ac:chgData name="DHRUV KESHRI" userId="f54754b99e6ab5c1" providerId="LiveId" clId="{5CF0F215-8477-49B4-9B7F-ACCE8B298121}" dt="2025-11-12T12:54:53.685" v="276" actId="1076"/>
          <ac:spMkLst>
            <pc:docMk/>
            <pc:sldMk cId="3604053989" sldId="288"/>
            <ac:spMk id="8" creationId="{D9124258-8543-DB89-ACBE-6D6A02BF78EC}"/>
          </ac:spMkLst>
        </pc:spChg>
        <pc:spChg chg="del mod">
          <ac:chgData name="DHRUV KESHRI" userId="f54754b99e6ab5c1" providerId="LiveId" clId="{5CF0F215-8477-49B4-9B7F-ACCE8B298121}" dt="2025-11-12T12:21:01.798" v="86" actId="478"/>
          <ac:spMkLst>
            <pc:docMk/>
            <pc:sldMk cId="3604053989" sldId="288"/>
            <ac:spMk id="15" creationId="{F52241C9-F40A-556A-8F4E-33B387C6C271}"/>
          </ac:spMkLst>
        </pc:spChg>
        <pc:spChg chg="mod">
          <ac:chgData name="DHRUV KESHRI" userId="f54754b99e6ab5c1" providerId="LiveId" clId="{5CF0F215-8477-49B4-9B7F-ACCE8B298121}" dt="2025-11-12T13:41:11.165" v="610" actId="1076"/>
          <ac:spMkLst>
            <pc:docMk/>
            <pc:sldMk cId="3604053989" sldId="288"/>
            <ac:spMk id="16" creationId="{6E38ED51-4D57-AAE5-FE30-B8180FC67105}"/>
          </ac:spMkLst>
        </pc:spChg>
        <pc:graphicFrameChg chg="mod">
          <ac:chgData name="DHRUV KESHRI" userId="f54754b99e6ab5c1" providerId="LiveId" clId="{5CF0F215-8477-49B4-9B7F-ACCE8B298121}" dt="2025-11-12T12:54:48.368" v="275" actId="14100"/>
          <ac:graphicFrameMkLst>
            <pc:docMk/>
            <pc:sldMk cId="3604053989" sldId="288"/>
            <ac:graphicFrameMk id="4" creationId="{154E53B5-E501-F397-D842-CB70B3405B70}"/>
          </ac:graphicFrameMkLst>
        </pc:graphicFrameChg>
      </pc:sldChg>
      <pc:sldChg chg="addSp delSp modSp mod">
        <pc:chgData name="DHRUV KESHRI" userId="f54754b99e6ab5c1" providerId="LiveId" clId="{5CF0F215-8477-49B4-9B7F-ACCE8B298121}" dt="2025-11-12T14:07:12.245" v="934" actId="14100"/>
        <pc:sldMkLst>
          <pc:docMk/>
          <pc:sldMk cId="1224511289" sldId="289"/>
        </pc:sldMkLst>
        <pc:spChg chg="add mod">
          <ac:chgData name="DHRUV KESHRI" userId="f54754b99e6ab5c1" providerId="LiveId" clId="{5CF0F215-8477-49B4-9B7F-ACCE8B298121}" dt="2025-11-12T14:07:12.245" v="934" actId="14100"/>
          <ac:spMkLst>
            <pc:docMk/>
            <pc:sldMk cId="1224511289" sldId="289"/>
            <ac:spMk id="3" creationId="{3960D54E-CAC7-FAE2-C37D-607B93E6C2C0}"/>
          </ac:spMkLst>
        </pc:spChg>
        <pc:spChg chg="mod">
          <ac:chgData name="DHRUV KESHRI" userId="f54754b99e6ab5c1" providerId="LiveId" clId="{5CF0F215-8477-49B4-9B7F-ACCE8B298121}" dt="2025-11-12T13:49:17.699" v="816" actId="20577"/>
          <ac:spMkLst>
            <pc:docMk/>
            <pc:sldMk cId="1224511289" sldId="289"/>
            <ac:spMk id="13" creationId="{67C24795-A2C3-6B86-61F1-B29E8A85CA50}"/>
          </ac:spMkLst>
        </pc:spChg>
        <pc:spChg chg="mod">
          <ac:chgData name="DHRUV KESHRI" userId="f54754b99e6ab5c1" providerId="LiveId" clId="{5CF0F215-8477-49B4-9B7F-ACCE8B298121}" dt="2025-11-12T14:07:07.939" v="933" actId="1076"/>
          <ac:spMkLst>
            <pc:docMk/>
            <pc:sldMk cId="1224511289" sldId="289"/>
            <ac:spMk id="15" creationId="{88A8F7ED-8D64-5A38-C721-8ACD0D53F390}"/>
          </ac:spMkLst>
        </pc:spChg>
        <pc:graphicFrameChg chg="del mod">
          <ac:chgData name="DHRUV KESHRI" userId="f54754b99e6ab5c1" providerId="LiveId" clId="{5CF0F215-8477-49B4-9B7F-ACCE8B298121}" dt="2025-11-12T13:42:06.294" v="645" actId="478"/>
          <ac:graphicFrameMkLst>
            <pc:docMk/>
            <pc:sldMk cId="1224511289" sldId="289"/>
            <ac:graphicFrameMk id="2" creationId="{2097E329-3766-3C2F-AD88-709EE10C5138}"/>
          </ac:graphicFrameMkLst>
        </pc:graphicFrameChg>
        <pc:graphicFrameChg chg="add mod">
          <ac:chgData name="DHRUV KESHRI" userId="f54754b99e6ab5c1" providerId="LiveId" clId="{5CF0F215-8477-49B4-9B7F-ACCE8B298121}" dt="2025-11-12T13:59:18.380" v="868" actId="2711"/>
          <ac:graphicFrameMkLst>
            <pc:docMk/>
            <pc:sldMk cId="1224511289" sldId="289"/>
            <ac:graphicFrameMk id="4" creationId="{C60ACAE1-0A04-47A3-BAF0-8BD58F77A901}"/>
          </ac:graphicFrameMkLst>
        </pc:graphicFrameChg>
      </pc:sldChg>
      <pc:sldChg chg="addSp delSp modSp mod">
        <pc:chgData name="DHRUV KESHRI" userId="f54754b99e6ab5c1" providerId="LiveId" clId="{5CF0F215-8477-49B4-9B7F-ACCE8B298121}" dt="2025-11-12T14:13:50.297" v="1005" actId="27918"/>
        <pc:sldMkLst>
          <pc:docMk/>
          <pc:sldMk cId="1266300866" sldId="290"/>
        </pc:sldMkLst>
        <pc:spChg chg="add mod">
          <ac:chgData name="DHRUV KESHRI" userId="f54754b99e6ab5c1" providerId="LiveId" clId="{5CF0F215-8477-49B4-9B7F-ACCE8B298121}" dt="2025-11-12T14:10:35.848" v="971" actId="14100"/>
          <ac:spMkLst>
            <pc:docMk/>
            <pc:sldMk cId="1266300866" sldId="290"/>
            <ac:spMk id="3" creationId="{C431C0B4-6315-06AF-CBAC-A0116702D099}"/>
          </ac:spMkLst>
        </pc:spChg>
        <pc:spChg chg="add del">
          <ac:chgData name="DHRUV KESHRI" userId="f54754b99e6ab5c1" providerId="LiveId" clId="{5CF0F215-8477-49B4-9B7F-ACCE8B298121}" dt="2025-11-12T13:31:21.611" v="482" actId="11529"/>
          <ac:spMkLst>
            <pc:docMk/>
            <pc:sldMk cId="1266300866" sldId="290"/>
            <ac:spMk id="4" creationId="{16A242D0-A90C-5A5F-8001-21E8E6A0AD8E}"/>
          </ac:spMkLst>
        </pc:spChg>
        <pc:spChg chg="mod">
          <ac:chgData name="DHRUV KESHRI" userId="f54754b99e6ab5c1" providerId="LiveId" clId="{5CF0F215-8477-49B4-9B7F-ACCE8B298121}" dt="2025-11-12T13:20:34.747" v="459" actId="404"/>
          <ac:spMkLst>
            <pc:docMk/>
            <pc:sldMk cId="1266300866" sldId="290"/>
            <ac:spMk id="7" creationId="{865CC481-F4C0-6ED1-9BB7-809CB39AFD39}"/>
          </ac:spMkLst>
        </pc:spChg>
        <pc:spChg chg="mod">
          <ac:chgData name="DHRUV KESHRI" userId="f54754b99e6ab5c1" providerId="LiveId" clId="{5CF0F215-8477-49B4-9B7F-ACCE8B298121}" dt="2025-11-12T13:20:39.463" v="460" actId="1076"/>
          <ac:spMkLst>
            <pc:docMk/>
            <pc:sldMk cId="1266300866" sldId="290"/>
            <ac:spMk id="10" creationId="{5620595B-6D63-A44C-5A17-3CD6FE50BFF2}"/>
          </ac:spMkLst>
        </pc:spChg>
        <pc:graphicFrameChg chg="mod">
          <ac:chgData name="DHRUV KESHRI" userId="f54754b99e6ab5c1" providerId="LiveId" clId="{5CF0F215-8477-49B4-9B7F-ACCE8B298121}" dt="2025-11-12T14:13:45.459" v="1003" actId="207"/>
          <ac:graphicFrameMkLst>
            <pc:docMk/>
            <pc:sldMk cId="1266300866" sldId="290"/>
            <ac:graphicFrameMk id="2" creationId="{4A11F515-208C-B1DF-702D-A4AEF5856914}"/>
          </ac:graphicFrameMkLst>
        </pc:graphicFrameChg>
      </pc:sldChg>
      <pc:sldChg chg="addSp delSp modSp mod">
        <pc:chgData name="DHRUV KESHRI" userId="f54754b99e6ab5c1" providerId="LiveId" clId="{5CF0F215-8477-49B4-9B7F-ACCE8B298121}" dt="2025-11-12T14:12:59.786" v="999" actId="113"/>
        <pc:sldMkLst>
          <pc:docMk/>
          <pc:sldMk cId="2139422706" sldId="291"/>
        </pc:sldMkLst>
        <pc:spChg chg="mod">
          <ac:chgData name="DHRUV KESHRI" userId="f54754b99e6ab5c1" providerId="LiveId" clId="{5CF0F215-8477-49B4-9B7F-ACCE8B298121}" dt="2025-11-12T14:10:00.610" v="959" actId="14100"/>
          <ac:spMkLst>
            <pc:docMk/>
            <pc:sldMk cId="2139422706" sldId="291"/>
            <ac:spMk id="3" creationId="{7F6E2A1E-0529-C187-0D85-73298F2194B1}"/>
          </ac:spMkLst>
        </pc:spChg>
        <pc:spChg chg="add mod">
          <ac:chgData name="DHRUV KESHRI" userId="f54754b99e6ab5c1" providerId="LiveId" clId="{5CF0F215-8477-49B4-9B7F-ACCE8B298121}" dt="2025-11-12T14:09:49.568" v="956" actId="1076"/>
          <ac:spMkLst>
            <pc:docMk/>
            <pc:sldMk cId="2139422706" sldId="291"/>
            <ac:spMk id="4" creationId="{00BCEA35-598E-AB20-94BD-D13FB1A4A1E2}"/>
          </ac:spMkLst>
        </pc:spChg>
        <pc:spChg chg="add mod">
          <ac:chgData name="DHRUV KESHRI" userId="f54754b99e6ab5c1" providerId="LiveId" clId="{5CF0F215-8477-49B4-9B7F-ACCE8B298121}" dt="2025-11-12T14:12:59.786" v="999" actId="113"/>
          <ac:spMkLst>
            <pc:docMk/>
            <pc:sldMk cId="2139422706" sldId="291"/>
            <ac:spMk id="7" creationId="{C1DFC7CE-A11F-6FA0-DEDE-0636A0760058}"/>
          </ac:spMkLst>
        </pc:spChg>
        <pc:spChg chg="del mod">
          <ac:chgData name="DHRUV KESHRI" userId="f54754b99e6ab5c1" providerId="LiveId" clId="{5CF0F215-8477-49B4-9B7F-ACCE8B298121}" dt="2025-11-12T14:05:13.572" v="904" actId="478"/>
          <ac:spMkLst>
            <pc:docMk/>
            <pc:sldMk cId="2139422706" sldId="291"/>
            <ac:spMk id="14" creationId="{FED56D2F-F906-A399-5E6F-FD9753D3299E}"/>
          </ac:spMkLst>
        </pc:spChg>
        <pc:graphicFrameChg chg="del mod">
          <ac:chgData name="DHRUV KESHRI" userId="f54754b99e6ab5c1" providerId="LiveId" clId="{5CF0F215-8477-49B4-9B7F-ACCE8B298121}" dt="2025-11-12T14:02:28.667" v="869" actId="478"/>
          <ac:graphicFrameMkLst>
            <pc:docMk/>
            <pc:sldMk cId="2139422706" sldId="291"/>
            <ac:graphicFrameMk id="2" creationId="{CC37085F-6F13-B81F-0744-D7FD8A6F5FF0}"/>
          </ac:graphicFrameMkLst>
        </pc:graphicFrameChg>
        <pc:graphicFrameChg chg="add mod">
          <ac:chgData name="DHRUV KESHRI" userId="f54754b99e6ab5c1" providerId="LiveId" clId="{5CF0F215-8477-49B4-9B7F-ACCE8B298121}" dt="2025-11-12T14:02:50.607" v="877" actId="14100"/>
          <ac:graphicFrameMkLst>
            <pc:docMk/>
            <pc:sldMk cId="2139422706" sldId="291"/>
            <ac:graphicFrameMk id="5" creationId="{78C248D1-BEC7-1C64-5D76-425380EC326B}"/>
          </ac:graphicFrameMkLst>
        </pc:graphicFrameChg>
      </pc:sldChg>
      <pc:sldChg chg="addSp delSp modSp mod">
        <pc:chgData name="DHRUV KESHRI" userId="f54754b99e6ab5c1" providerId="LiveId" clId="{5CF0F215-8477-49B4-9B7F-ACCE8B298121}" dt="2025-11-12T14:10:11.833" v="969" actId="20577"/>
        <pc:sldMkLst>
          <pc:docMk/>
          <pc:sldMk cId="630962968" sldId="292"/>
        </pc:sldMkLst>
        <pc:spChg chg="add mod">
          <ac:chgData name="DHRUV KESHRI" userId="f54754b99e6ab5c1" providerId="LiveId" clId="{5CF0F215-8477-49B4-9B7F-ACCE8B298121}" dt="2025-11-12T13:25:54.831" v="461" actId="478"/>
          <ac:spMkLst>
            <pc:docMk/>
            <pc:sldMk cId="630962968" sldId="292"/>
            <ac:spMk id="3" creationId="{1996205E-03DB-2FEC-A59D-A637AFBF508D}"/>
          </ac:spMkLst>
        </pc:spChg>
        <pc:spChg chg="mod">
          <ac:chgData name="DHRUV KESHRI" userId="f54754b99e6ab5c1" providerId="LiveId" clId="{5CF0F215-8477-49B4-9B7F-ACCE8B298121}" dt="2025-11-12T14:10:11.833" v="969" actId="20577"/>
          <ac:spMkLst>
            <pc:docMk/>
            <pc:sldMk cId="630962968" sldId="292"/>
            <ac:spMk id="6" creationId="{D57BDD0E-959B-3612-BE77-F336B4740413}"/>
          </ac:spMkLst>
        </pc:spChg>
        <pc:picChg chg="del">
          <ac:chgData name="DHRUV KESHRI" userId="f54754b99e6ab5c1" providerId="LiveId" clId="{5CF0F215-8477-49B4-9B7F-ACCE8B298121}" dt="2025-11-12T13:25:54.831" v="461" actId="478"/>
          <ac:picMkLst>
            <pc:docMk/>
            <pc:sldMk cId="630962968" sldId="292"/>
            <ac:picMk id="5" creationId="{7A2029F6-DAD5-F596-EBE6-D8002D246E1E}"/>
          </ac:picMkLst>
        </pc:picChg>
        <pc:picChg chg="add mod">
          <ac:chgData name="DHRUV KESHRI" userId="f54754b99e6ab5c1" providerId="LiveId" clId="{5CF0F215-8477-49B4-9B7F-ACCE8B298121}" dt="2025-11-12T13:28:15.884" v="465" actId="14100"/>
          <ac:picMkLst>
            <pc:docMk/>
            <pc:sldMk cId="630962968" sldId="292"/>
            <ac:picMk id="7" creationId="{1B58008B-9F31-E937-F369-A6908D74A6CB}"/>
          </ac:picMkLst>
        </pc:picChg>
      </pc:sldChg>
      <pc:sldChg chg="modSp mod">
        <pc:chgData name="DHRUV KESHRI" userId="f54754b99e6ab5c1" providerId="LiveId" clId="{5CF0F215-8477-49B4-9B7F-ACCE8B298121}" dt="2025-11-12T14:14:28.052" v="1028" actId="20577"/>
        <pc:sldMkLst>
          <pc:docMk/>
          <pc:sldMk cId="4288753579" sldId="293"/>
        </pc:sldMkLst>
        <pc:spChg chg="mod">
          <ac:chgData name="DHRUV KESHRI" userId="f54754b99e6ab5c1" providerId="LiveId" clId="{5CF0F215-8477-49B4-9B7F-ACCE8B298121}" dt="2025-11-12T14:14:15.757" v="1019" actId="14100"/>
          <ac:spMkLst>
            <pc:docMk/>
            <pc:sldMk cId="4288753579" sldId="293"/>
            <ac:spMk id="18" creationId="{39198A3B-B51C-56C7-A013-1F0C77E3D6D5}"/>
          </ac:spMkLst>
        </pc:spChg>
        <pc:spChg chg="mod">
          <ac:chgData name="DHRUV KESHRI" userId="f54754b99e6ab5c1" providerId="LiveId" clId="{5CF0F215-8477-49B4-9B7F-ACCE8B298121}" dt="2025-11-12T14:14:28.052" v="1028" actId="20577"/>
          <ac:spMkLst>
            <pc:docMk/>
            <pc:sldMk cId="4288753579" sldId="293"/>
            <ac:spMk id="20" creationId="{89E5B85C-EBD7-F739-5DA8-338EBB39E8E6}"/>
          </ac:spMkLst>
        </pc:spChg>
      </pc:sldChg>
      <pc:sldChg chg="modSp mod">
        <pc:chgData name="DHRUV KESHRI" userId="f54754b99e6ab5c1" providerId="LiveId" clId="{5CF0F215-8477-49B4-9B7F-ACCE8B298121}" dt="2025-11-12T13:37:07.539" v="533" actId="207"/>
        <pc:sldMkLst>
          <pc:docMk/>
          <pc:sldMk cId="249662869" sldId="294"/>
        </pc:sldMkLst>
        <pc:spChg chg="mod">
          <ac:chgData name="DHRUV KESHRI" userId="f54754b99e6ab5c1" providerId="LiveId" clId="{5CF0F215-8477-49B4-9B7F-ACCE8B298121}" dt="2025-11-12T13:37:07.539" v="533" actId="207"/>
          <ac:spMkLst>
            <pc:docMk/>
            <pc:sldMk cId="249662869" sldId="294"/>
            <ac:spMk id="4" creationId="{C1F5525A-C59A-6187-2679-FDEAA5714035}"/>
          </ac:spMkLst>
        </pc:spChg>
      </pc:sldChg>
      <pc:sldChg chg="modSp">
        <pc:chgData name="DHRUV KESHRI" userId="f54754b99e6ab5c1" providerId="LiveId" clId="{5CF0F215-8477-49B4-9B7F-ACCE8B298121}" dt="2025-11-12T14:14:52.354" v="1030" actId="14100"/>
        <pc:sldMkLst>
          <pc:docMk/>
          <pc:sldMk cId="4212404874" sldId="296"/>
        </pc:sldMkLst>
        <pc:spChg chg="mod">
          <ac:chgData name="DHRUV KESHRI" userId="f54754b99e6ab5c1" providerId="LiveId" clId="{5CF0F215-8477-49B4-9B7F-ACCE8B298121}" dt="2025-11-12T14:14:52.354" v="1030" actId="14100"/>
          <ac:spMkLst>
            <pc:docMk/>
            <pc:sldMk cId="4212404874" sldId="296"/>
            <ac:spMk id="2" creationId="{5D78D140-4C97-5840-F38E-E9408F4106B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F54754B99E6AB5C1/Documents/AstroSage_analysi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F54754B99E6AB5C1/Documents/AstroSage_analysi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F54754B99E6AB5C1/Documents/AstroSage_analysi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F54754B99E6AB5C1/Documents/AstroSage_analysi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F54754B99E6AB5C1/Documents/AstroSage_analysis%20(Recovered)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F54754B99E6AB5C1/Documents/AstroSage_analysis%20(Recovered)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F54754B99E6AB5C1/Documents/AstroSage_analysis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F54754B99E6AB5C1/Documents/AstroSage_analysis%20(Recovered)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F54754B99E6AB5C1/Documents/AstroSage_analysis%20(Recovered)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[AstroSage_analysis.xlsx]objective!PivotTable1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DAILY</a:t>
            </a:r>
            <a:r>
              <a:rPr lang="en-US" baseline="0" dirty="0"/>
              <a:t> CALL VOLUME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4">
                  <a:satMod val="103000"/>
                  <a:lumMod val="102000"/>
                  <a:tint val="94000"/>
                </a:schemeClr>
              </a:gs>
              <a:gs pos="50000">
                <a:schemeClr val="accent4">
                  <a:satMod val="110000"/>
                  <a:lumMod val="100000"/>
                  <a:shade val="100000"/>
                </a:schemeClr>
              </a:gs>
              <a:gs pos="100000">
                <a:schemeClr val="accent4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5"/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4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4">
                  <a:satMod val="103000"/>
                  <a:lumMod val="102000"/>
                  <a:tint val="94000"/>
                </a:schemeClr>
              </a:gs>
              <a:gs pos="50000">
                <a:schemeClr val="accent4">
                  <a:satMod val="110000"/>
                  <a:lumMod val="100000"/>
                  <a:shade val="100000"/>
                </a:schemeClr>
              </a:gs>
              <a:gs pos="100000">
                <a:schemeClr val="accent4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5"/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4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4">
                  <a:satMod val="103000"/>
                  <a:lumMod val="102000"/>
                  <a:tint val="94000"/>
                </a:schemeClr>
              </a:gs>
              <a:gs pos="50000">
                <a:schemeClr val="accent4">
                  <a:satMod val="110000"/>
                  <a:lumMod val="100000"/>
                  <a:shade val="100000"/>
                </a:schemeClr>
              </a:gs>
              <a:gs pos="100000">
                <a:schemeClr val="accent4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5"/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4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cked"/>
        <c:varyColors val="0"/>
        <c:ser>
          <c:idx val="0"/>
          <c:order val="0"/>
          <c:tx>
            <c:strRef>
              <c:f>objective!$B$2</c:f>
              <c:strCache>
                <c:ptCount val="1"/>
                <c:pt idx="0">
                  <c:v>Total</c:v>
                </c:pt>
              </c:strCache>
            </c:strRef>
          </c:tx>
          <c:spPr>
            <a:ln w="34925" cap="rnd">
              <a:solidFill>
                <a:schemeClr val="accent4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Ref>
              <c:f>objective!$A$3:$A$37</c:f>
              <c:strCache>
                <c:ptCount val="34"/>
                <c:pt idx="0">
                  <c:v>31-12-23</c:v>
                </c:pt>
                <c:pt idx="1">
                  <c:v>30-12-23</c:v>
                </c:pt>
                <c:pt idx="2">
                  <c:v>29-12-23</c:v>
                </c:pt>
                <c:pt idx="3">
                  <c:v>28-12-23</c:v>
                </c:pt>
                <c:pt idx="4">
                  <c:v>27-12-23</c:v>
                </c:pt>
                <c:pt idx="5">
                  <c:v>26-12-23</c:v>
                </c:pt>
                <c:pt idx="6">
                  <c:v>25-12-23</c:v>
                </c:pt>
                <c:pt idx="7">
                  <c:v>24-12-23</c:v>
                </c:pt>
                <c:pt idx="8">
                  <c:v>23-12-23</c:v>
                </c:pt>
                <c:pt idx="9">
                  <c:v>22-12-23</c:v>
                </c:pt>
                <c:pt idx="10">
                  <c:v>21-12-23</c:v>
                </c:pt>
                <c:pt idx="11">
                  <c:v>20-12-23</c:v>
                </c:pt>
                <c:pt idx="12">
                  <c:v>19-12-23</c:v>
                </c:pt>
                <c:pt idx="13">
                  <c:v>18-12-23</c:v>
                </c:pt>
                <c:pt idx="14">
                  <c:v>17-12-23</c:v>
                </c:pt>
                <c:pt idx="15">
                  <c:v>16-12-23</c:v>
                </c:pt>
                <c:pt idx="16">
                  <c:v>15-12-23</c:v>
                </c:pt>
                <c:pt idx="17">
                  <c:v>14-12-23</c:v>
                </c:pt>
                <c:pt idx="18">
                  <c:v>13-12-23</c:v>
                </c:pt>
                <c:pt idx="19">
                  <c:v>12-12-23</c:v>
                </c:pt>
                <c:pt idx="20">
                  <c:v>11-12-23</c:v>
                </c:pt>
                <c:pt idx="21">
                  <c:v>10-12-23</c:v>
                </c:pt>
                <c:pt idx="22">
                  <c:v>09-12-23</c:v>
                </c:pt>
                <c:pt idx="23">
                  <c:v>08-12-23</c:v>
                </c:pt>
                <c:pt idx="24">
                  <c:v>07-12-23</c:v>
                </c:pt>
                <c:pt idx="25">
                  <c:v>06-12-23</c:v>
                </c:pt>
                <c:pt idx="26">
                  <c:v>05-12-23</c:v>
                </c:pt>
                <c:pt idx="27">
                  <c:v>04-12-23</c:v>
                </c:pt>
                <c:pt idx="28">
                  <c:v>03-12-23</c:v>
                </c:pt>
                <c:pt idx="29">
                  <c:v>03-01-24</c:v>
                </c:pt>
                <c:pt idx="30">
                  <c:v>02-12-23</c:v>
                </c:pt>
                <c:pt idx="31">
                  <c:v>02-01-24</c:v>
                </c:pt>
                <c:pt idx="32">
                  <c:v>01-12-23</c:v>
                </c:pt>
                <c:pt idx="33">
                  <c:v>01-01-24</c:v>
                </c:pt>
              </c:strCache>
            </c:strRef>
          </c:cat>
          <c:val>
            <c:numRef>
              <c:f>objective!$B$3:$B$37</c:f>
              <c:numCache>
                <c:formatCode>General</c:formatCode>
                <c:ptCount val="34"/>
                <c:pt idx="0">
                  <c:v>158</c:v>
                </c:pt>
                <c:pt idx="1">
                  <c:v>179</c:v>
                </c:pt>
                <c:pt idx="2">
                  <c:v>260</c:v>
                </c:pt>
                <c:pt idx="3">
                  <c:v>181</c:v>
                </c:pt>
                <c:pt idx="4">
                  <c:v>242</c:v>
                </c:pt>
                <c:pt idx="5">
                  <c:v>255</c:v>
                </c:pt>
                <c:pt idx="6">
                  <c:v>258</c:v>
                </c:pt>
                <c:pt idx="7">
                  <c:v>232</c:v>
                </c:pt>
                <c:pt idx="8">
                  <c:v>241</c:v>
                </c:pt>
                <c:pt idx="9">
                  <c:v>163</c:v>
                </c:pt>
                <c:pt idx="10">
                  <c:v>159</c:v>
                </c:pt>
                <c:pt idx="11">
                  <c:v>178</c:v>
                </c:pt>
                <c:pt idx="12">
                  <c:v>209</c:v>
                </c:pt>
                <c:pt idx="13">
                  <c:v>233</c:v>
                </c:pt>
                <c:pt idx="14">
                  <c:v>185</c:v>
                </c:pt>
                <c:pt idx="15">
                  <c:v>258</c:v>
                </c:pt>
                <c:pt idx="16">
                  <c:v>276</c:v>
                </c:pt>
                <c:pt idx="17">
                  <c:v>226</c:v>
                </c:pt>
                <c:pt idx="18">
                  <c:v>348</c:v>
                </c:pt>
                <c:pt idx="19">
                  <c:v>358</c:v>
                </c:pt>
                <c:pt idx="20">
                  <c:v>424</c:v>
                </c:pt>
                <c:pt idx="21">
                  <c:v>430</c:v>
                </c:pt>
                <c:pt idx="22">
                  <c:v>288</c:v>
                </c:pt>
                <c:pt idx="23">
                  <c:v>138</c:v>
                </c:pt>
                <c:pt idx="24">
                  <c:v>254</c:v>
                </c:pt>
                <c:pt idx="25">
                  <c:v>254</c:v>
                </c:pt>
                <c:pt idx="26">
                  <c:v>253</c:v>
                </c:pt>
                <c:pt idx="27">
                  <c:v>364</c:v>
                </c:pt>
                <c:pt idx="28">
                  <c:v>383</c:v>
                </c:pt>
                <c:pt idx="29">
                  <c:v>107</c:v>
                </c:pt>
                <c:pt idx="30">
                  <c:v>332</c:v>
                </c:pt>
                <c:pt idx="31">
                  <c:v>196</c:v>
                </c:pt>
                <c:pt idx="32">
                  <c:v>228</c:v>
                </c:pt>
                <c:pt idx="33">
                  <c:v>115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3C3-472A-968B-BE17C86B42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16933455"/>
        <c:axId val="1016917135"/>
      </c:lineChart>
      <c:catAx>
        <c:axId val="10169334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6917135"/>
        <c:crosses val="autoZero"/>
        <c:auto val="1"/>
        <c:lblAlgn val="ctr"/>
        <c:lblOffset val="100"/>
        <c:noMultiLvlLbl val="0"/>
      </c:catAx>
      <c:valAx>
        <c:axId val="101691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69334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38100"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pivotSource>
    <c:name>[AstroSage_analysis.xlsx]objective!PivotTable3</c:name>
    <c:fmtId val="3"/>
  </c:pivotSource>
  <c:chart>
    <c:autoTitleDeleted val="0"/>
    <c:pivotFmts>
      <c:pivotFmt>
        <c:idx val="0"/>
        <c:spPr>
          <a:gradFill rotWithShape="1">
            <a:gsLst>
              <a:gs pos="0">
                <a:schemeClr val="accent3">
                  <a:satMod val="103000"/>
                  <a:lumMod val="102000"/>
                  <a:tint val="94000"/>
                </a:schemeClr>
              </a:gs>
              <a:gs pos="50000">
                <a:schemeClr val="accent3">
                  <a:satMod val="110000"/>
                  <a:lumMod val="100000"/>
                  <a:shade val="100000"/>
                </a:schemeClr>
              </a:gs>
              <a:gs pos="100000">
                <a:schemeClr val="accent3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3">
                  <a:satMod val="103000"/>
                  <a:lumMod val="102000"/>
                  <a:tint val="94000"/>
                </a:schemeClr>
              </a:gs>
              <a:gs pos="50000">
                <a:schemeClr val="accent3">
                  <a:satMod val="110000"/>
                  <a:lumMod val="100000"/>
                  <a:shade val="100000"/>
                </a:schemeClr>
              </a:gs>
              <a:gs pos="100000">
                <a:schemeClr val="accent3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3">
                  <a:satMod val="103000"/>
                  <a:lumMod val="102000"/>
                  <a:tint val="94000"/>
                </a:schemeClr>
              </a:gs>
              <a:gs pos="50000">
                <a:schemeClr val="accent3">
                  <a:satMod val="110000"/>
                  <a:lumMod val="100000"/>
                  <a:shade val="100000"/>
                </a:schemeClr>
              </a:gs>
              <a:gs pos="100000">
                <a:schemeClr val="accent3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15"/>
        <c:overlap val="-20"/>
        <c:axId val="333896544"/>
        <c:axId val="333894144"/>
      </c:barChart>
      <c:catAx>
        <c:axId val="33389654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3894144"/>
        <c:crosses val="autoZero"/>
        <c:auto val="1"/>
        <c:lblAlgn val="ctr"/>
        <c:lblOffset val="100"/>
        <c:noMultiLvlLbl val="0"/>
      </c:catAx>
      <c:valAx>
        <c:axId val="3338941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3896544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[AstroSage_analysis.xlsx]objective!PivotTable3</c:name>
    <c:fmtId val="3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/>
              <a:t>Customer Satisfaction</a:t>
            </a:r>
          </a:p>
        </c:rich>
      </c:tx>
      <c:layout>
        <c:manualLayout>
          <c:xMode val="edge"/>
          <c:yMode val="edge"/>
          <c:x val="9.3593652032450708E-2"/>
          <c:y val="1.874776724425536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pattFill prst="narHorz">
            <a:fgClr>
              <a:schemeClr val="accent4"/>
            </a:fgClr>
            <a:bgClr>
              <a:schemeClr val="accent4">
                <a:lumMod val="20000"/>
                <a:lumOff val="80000"/>
              </a:schemeClr>
            </a:bgClr>
          </a:pattFill>
          <a:ln>
            <a:noFill/>
          </a:ln>
          <a:effectLst>
            <a:innerShdw blurRad="114300">
              <a:schemeClr val="accent4"/>
            </a:inn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pattFill prst="narHorz">
            <a:fgClr>
              <a:schemeClr val="accent4"/>
            </a:fgClr>
            <a:bgClr>
              <a:schemeClr val="accent4">
                <a:lumMod val="20000"/>
                <a:lumOff val="80000"/>
              </a:schemeClr>
            </a:bgClr>
          </a:pattFill>
          <a:ln>
            <a:noFill/>
          </a:ln>
          <a:effectLst>
            <a:innerShdw blurRad="114300">
              <a:schemeClr val="accent4"/>
            </a:innerShdw>
          </a:effectLst>
        </c:spPr>
      </c:pivotFmt>
      <c:pivotFmt>
        <c:idx val="2"/>
        <c:spPr>
          <a:pattFill prst="narHorz">
            <a:fgClr>
              <a:schemeClr val="accent4"/>
            </a:fgClr>
            <a:bgClr>
              <a:schemeClr val="accent4">
                <a:lumMod val="20000"/>
                <a:lumOff val="80000"/>
              </a:schemeClr>
            </a:bgClr>
          </a:pattFill>
          <a:ln>
            <a:noFill/>
          </a:ln>
          <a:effectLst>
            <a:innerShdw blurRad="114300">
              <a:schemeClr val="accent4"/>
            </a:innerShdw>
          </a:effectLst>
        </c:spPr>
      </c:pivotFmt>
      <c:pivotFmt>
        <c:idx val="3"/>
        <c:spPr>
          <a:pattFill prst="narHorz">
            <a:fgClr>
              <a:schemeClr val="accent4"/>
            </a:fgClr>
            <a:bgClr>
              <a:schemeClr val="accent4">
                <a:lumMod val="20000"/>
                <a:lumOff val="80000"/>
              </a:schemeClr>
            </a:bgClr>
          </a:pattFill>
          <a:ln>
            <a:noFill/>
          </a:ln>
          <a:effectLst>
            <a:innerShdw blurRad="114300">
              <a:schemeClr val="accent4"/>
            </a:inn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pattFill prst="narHorz">
            <a:fgClr>
              <a:schemeClr val="accent4"/>
            </a:fgClr>
            <a:bgClr>
              <a:schemeClr val="accent4">
                <a:lumMod val="20000"/>
                <a:lumOff val="80000"/>
              </a:schemeClr>
            </a:bgClr>
          </a:pattFill>
          <a:ln>
            <a:noFill/>
          </a:ln>
          <a:effectLst>
            <a:innerShdw blurRad="114300">
              <a:schemeClr val="accent4"/>
            </a:innerShdw>
          </a:effectLst>
        </c:spPr>
      </c:pivotFmt>
      <c:pivotFmt>
        <c:idx val="5"/>
        <c:spPr>
          <a:pattFill prst="narHorz">
            <a:fgClr>
              <a:schemeClr val="accent4"/>
            </a:fgClr>
            <a:bgClr>
              <a:schemeClr val="accent4">
                <a:lumMod val="20000"/>
                <a:lumOff val="80000"/>
              </a:schemeClr>
            </a:bgClr>
          </a:pattFill>
          <a:ln>
            <a:noFill/>
          </a:ln>
          <a:effectLst>
            <a:innerShdw blurRad="114300">
              <a:schemeClr val="accent4"/>
            </a:innerShdw>
          </a:effectLst>
        </c:spPr>
      </c:pivotFmt>
      <c:pivotFmt>
        <c:idx val="6"/>
        <c:spPr>
          <a:pattFill prst="narHorz">
            <a:fgClr>
              <a:schemeClr val="accent4"/>
            </a:fgClr>
            <a:bgClr>
              <a:schemeClr val="accent4">
                <a:lumMod val="20000"/>
                <a:lumOff val="80000"/>
              </a:schemeClr>
            </a:bgClr>
          </a:pattFill>
          <a:ln>
            <a:noFill/>
          </a:ln>
          <a:effectLst>
            <a:innerShdw blurRad="114300">
              <a:schemeClr val="accent4"/>
            </a:inn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pattFill prst="narHorz">
            <a:fgClr>
              <a:schemeClr val="accent4"/>
            </a:fgClr>
            <a:bgClr>
              <a:schemeClr val="accent4">
                <a:lumMod val="20000"/>
                <a:lumOff val="80000"/>
              </a:schemeClr>
            </a:bgClr>
          </a:pattFill>
          <a:ln>
            <a:noFill/>
          </a:ln>
          <a:effectLst>
            <a:innerShdw blurRad="114300">
              <a:schemeClr val="accent4"/>
            </a:innerShdw>
          </a:effectLst>
        </c:spPr>
      </c:pivotFmt>
      <c:pivotFmt>
        <c:idx val="8"/>
        <c:spPr>
          <a:pattFill prst="narHorz">
            <a:fgClr>
              <a:schemeClr val="accent4"/>
            </a:fgClr>
            <a:bgClr>
              <a:schemeClr val="accent4">
                <a:lumMod val="20000"/>
                <a:lumOff val="80000"/>
              </a:schemeClr>
            </a:bgClr>
          </a:pattFill>
          <a:ln>
            <a:noFill/>
          </a:ln>
          <a:effectLst>
            <a:innerShdw blurRad="114300">
              <a:schemeClr val="accent4"/>
            </a:innerShdw>
          </a:effectLst>
        </c:spPr>
      </c:pivotFmt>
    </c:pivotFmts>
    <c:plotArea>
      <c:layout>
        <c:manualLayout>
          <c:layoutTarget val="inner"/>
          <c:xMode val="edge"/>
          <c:yMode val="edge"/>
          <c:x val="0.12498061382333842"/>
          <c:y val="0.30919094356651305"/>
          <c:w val="0.83396704592599258"/>
          <c:h val="0.5794448349575788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objective!$R$17</c:f>
              <c:strCache>
                <c:ptCount val="1"/>
                <c:pt idx="0">
                  <c:v>Total</c:v>
                </c:pt>
              </c:strCache>
            </c:strRef>
          </c:tx>
          <c:spPr>
            <a:pattFill prst="narHorz">
              <a:fgClr>
                <a:schemeClr val="accent4"/>
              </a:fgClr>
              <a:bgClr>
                <a:schemeClr val="accent4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4"/>
              </a:innerShdw>
            </a:effectLst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A4C-42DD-ADBE-B49B57CEFE3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A4C-42DD-ADBE-B49B57CEFE3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objective!$Q$18:$Q$20</c:f>
              <c:strCache>
                <c:ptCount val="2"/>
                <c:pt idx="0">
                  <c:v>01-2024</c:v>
                </c:pt>
                <c:pt idx="1">
                  <c:v>12-2023</c:v>
                </c:pt>
              </c:strCache>
            </c:strRef>
          </c:cat>
          <c:val>
            <c:numRef>
              <c:f>objective!$R$18:$R$20</c:f>
              <c:numCache>
                <c:formatCode>General</c:formatCode>
                <c:ptCount val="2"/>
                <c:pt idx="0">
                  <c:v>2.6764132553606239</c:v>
                </c:pt>
                <c:pt idx="1">
                  <c:v>2.9496375717305949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A4C-42DD-ADBE-B49B57CEFE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4"/>
        <c:overlap val="-22"/>
        <c:axId val="1323679295"/>
        <c:axId val="1323690335"/>
      </c:barChart>
      <c:catAx>
        <c:axId val="1323679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23690335"/>
        <c:crosses val="autoZero"/>
        <c:auto val="1"/>
        <c:lblAlgn val="ctr"/>
        <c:lblOffset val="100"/>
        <c:noMultiLvlLbl val="0"/>
      </c:catAx>
      <c:valAx>
        <c:axId val="132369033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23679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38100"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[AstroSage_analysis.xlsx]objective!PivotTable6</c:name>
    <c:fmtId val="1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/>
              <a:t>Revenue</a:t>
            </a:r>
            <a:r>
              <a:rPr lang="en-US" sz="1400" baseline="0" dirty="0"/>
              <a:t> Generated By Consultation Type</a:t>
            </a:r>
            <a:endParaRPr lang="en-US" sz="1400" dirty="0"/>
          </a:p>
        </c:rich>
      </c:tx>
      <c:layout>
        <c:manualLayout>
          <c:xMode val="edge"/>
          <c:yMode val="edge"/>
          <c:x val="0.14597589987222839"/>
          <c:y val="6.17428691847734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9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0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2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3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4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8.0407582030969538E-2"/>
          <c:y val="0.32045745819080307"/>
          <c:w val="0.62927793600268056"/>
          <c:h val="0.63745492228289302"/>
        </c:manualLayout>
      </c:layout>
      <c:pie3DChart>
        <c:varyColors val="1"/>
        <c:ser>
          <c:idx val="0"/>
          <c:order val="0"/>
          <c:tx>
            <c:strRef>
              <c:f>objective!$E$39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tint val="58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6857-465B-AE58-4AE1DC1B4F3B}"/>
              </c:ext>
            </c:extLst>
          </c:dPt>
          <c:dPt>
            <c:idx val="1"/>
            <c:bubble3D val="0"/>
            <c:explosion val="32"/>
            <c:spPr>
              <a:solidFill>
                <a:schemeClr val="accent4">
                  <a:tint val="86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857-465B-AE58-4AE1DC1B4F3B}"/>
              </c:ext>
            </c:extLst>
          </c:dPt>
          <c:dPt>
            <c:idx val="2"/>
            <c:bubble3D val="0"/>
            <c:spPr>
              <a:solidFill>
                <a:schemeClr val="accent4">
                  <a:shade val="86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6857-465B-AE58-4AE1DC1B4F3B}"/>
              </c:ext>
            </c:extLst>
          </c:dPt>
          <c:dPt>
            <c:idx val="3"/>
            <c:bubble3D val="0"/>
            <c:spPr>
              <a:solidFill>
                <a:schemeClr val="accent4">
                  <a:shade val="58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6857-465B-AE58-4AE1DC1B4F3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objective!$D$40:$D$44</c:f>
              <c:strCache>
                <c:ptCount val="4"/>
                <c:pt idx="0">
                  <c:v>Call</c:v>
                </c:pt>
                <c:pt idx="1">
                  <c:v>Chat</c:v>
                </c:pt>
                <c:pt idx="2">
                  <c:v>Complementary</c:v>
                </c:pt>
                <c:pt idx="3">
                  <c:v>public_live_Call</c:v>
                </c:pt>
              </c:strCache>
            </c:strRef>
          </c:cat>
          <c:val>
            <c:numRef>
              <c:f>objective!$E$40:$E$44</c:f>
              <c:numCache>
                <c:formatCode>General</c:formatCode>
                <c:ptCount val="4"/>
                <c:pt idx="0">
                  <c:v>168520.61833333349</c:v>
                </c:pt>
                <c:pt idx="1">
                  <c:v>45494.683333333342</c:v>
                </c:pt>
                <c:pt idx="3">
                  <c:v>50.596999999999902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857-465B-AE58-4AE1DC1B4F3B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38100"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[AstroSage_analysis (Recovered).xlsx]PIVOT TABLE!PivotTable2</c:name>
    <c:fmtId val="4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IN" sz="1800"/>
              <a:t>CHAT STATUS</a:t>
            </a:r>
          </a:p>
        </c:rich>
      </c:tx>
      <c:layout>
        <c:manualLayout>
          <c:xMode val="edge"/>
          <c:yMode val="edge"/>
          <c:x val="0.47160566524434994"/>
          <c:y val="2.216092114434635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4">
                  <a:satMod val="103000"/>
                  <a:lumMod val="102000"/>
                  <a:tint val="94000"/>
                </a:schemeClr>
              </a:gs>
              <a:gs pos="50000">
                <a:schemeClr val="accent4">
                  <a:satMod val="110000"/>
                  <a:lumMod val="100000"/>
                  <a:shade val="100000"/>
                </a:schemeClr>
              </a:gs>
              <a:gs pos="100000">
                <a:schemeClr val="accent4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4">
                  <a:satMod val="103000"/>
                  <a:lumMod val="102000"/>
                  <a:tint val="94000"/>
                </a:schemeClr>
              </a:gs>
              <a:gs pos="50000">
                <a:schemeClr val="accent4">
                  <a:satMod val="110000"/>
                  <a:lumMod val="100000"/>
                  <a:shade val="100000"/>
                </a:schemeClr>
              </a:gs>
              <a:gs pos="100000">
                <a:schemeClr val="accent4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4">
                  <a:satMod val="103000"/>
                  <a:lumMod val="102000"/>
                  <a:tint val="94000"/>
                </a:schemeClr>
              </a:gs>
              <a:gs pos="50000">
                <a:schemeClr val="accent4">
                  <a:satMod val="110000"/>
                  <a:lumMod val="100000"/>
                  <a:shade val="100000"/>
                </a:schemeClr>
              </a:gs>
              <a:gs pos="100000">
                <a:schemeClr val="accent4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3"/>
        <c:spPr>
          <a:gradFill rotWithShape="1">
            <a:gsLst>
              <a:gs pos="0">
                <a:schemeClr val="accent4">
                  <a:satMod val="103000"/>
                  <a:lumMod val="102000"/>
                  <a:tint val="94000"/>
                </a:schemeClr>
              </a:gs>
              <a:gs pos="50000">
                <a:schemeClr val="accent4">
                  <a:satMod val="110000"/>
                  <a:lumMod val="100000"/>
                  <a:shade val="100000"/>
                </a:schemeClr>
              </a:gs>
              <a:gs pos="100000">
                <a:schemeClr val="accent4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4"/>
        <c:spPr>
          <a:gradFill rotWithShape="1">
            <a:gsLst>
              <a:gs pos="0">
                <a:schemeClr val="accent4">
                  <a:satMod val="103000"/>
                  <a:lumMod val="102000"/>
                  <a:tint val="94000"/>
                </a:schemeClr>
              </a:gs>
              <a:gs pos="50000">
                <a:schemeClr val="accent4">
                  <a:satMod val="110000"/>
                  <a:lumMod val="100000"/>
                  <a:shade val="100000"/>
                </a:schemeClr>
              </a:gs>
              <a:gs pos="100000">
                <a:schemeClr val="accent4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5"/>
        <c:spPr>
          <a:gradFill rotWithShape="1">
            <a:gsLst>
              <a:gs pos="0">
                <a:schemeClr val="accent4">
                  <a:satMod val="103000"/>
                  <a:lumMod val="102000"/>
                  <a:tint val="94000"/>
                </a:schemeClr>
              </a:gs>
              <a:gs pos="50000">
                <a:schemeClr val="accent4">
                  <a:satMod val="110000"/>
                  <a:lumMod val="100000"/>
                  <a:shade val="100000"/>
                </a:schemeClr>
              </a:gs>
              <a:gs pos="100000">
                <a:schemeClr val="accent4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6"/>
        <c:spPr>
          <a:gradFill rotWithShape="1">
            <a:gsLst>
              <a:gs pos="0">
                <a:schemeClr val="accent4">
                  <a:satMod val="103000"/>
                  <a:lumMod val="102000"/>
                  <a:tint val="94000"/>
                </a:schemeClr>
              </a:gs>
              <a:gs pos="50000">
                <a:schemeClr val="accent4">
                  <a:satMod val="110000"/>
                  <a:lumMod val="100000"/>
                  <a:shade val="100000"/>
                </a:schemeClr>
              </a:gs>
              <a:gs pos="100000">
                <a:schemeClr val="accent4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7"/>
        <c:spPr>
          <a:gradFill rotWithShape="1">
            <a:gsLst>
              <a:gs pos="0">
                <a:schemeClr val="accent4">
                  <a:satMod val="103000"/>
                  <a:lumMod val="102000"/>
                  <a:tint val="94000"/>
                </a:schemeClr>
              </a:gs>
              <a:gs pos="50000">
                <a:schemeClr val="accent4">
                  <a:satMod val="110000"/>
                  <a:lumMod val="100000"/>
                  <a:shade val="100000"/>
                </a:schemeClr>
              </a:gs>
              <a:gs pos="100000">
                <a:schemeClr val="accent4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4">
                  <a:satMod val="103000"/>
                  <a:lumMod val="102000"/>
                  <a:tint val="94000"/>
                </a:schemeClr>
              </a:gs>
              <a:gs pos="50000">
                <a:schemeClr val="accent4">
                  <a:satMod val="110000"/>
                  <a:lumMod val="100000"/>
                  <a:shade val="100000"/>
                </a:schemeClr>
              </a:gs>
              <a:gs pos="100000">
                <a:schemeClr val="accent4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9"/>
        <c:spPr>
          <a:gradFill rotWithShape="1">
            <a:gsLst>
              <a:gs pos="0">
                <a:schemeClr val="accent4">
                  <a:satMod val="103000"/>
                  <a:lumMod val="102000"/>
                  <a:tint val="94000"/>
                </a:schemeClr>
              </a:gs>
              <a:gs pos="50000">
                <a:schemeClr val="accent4">
                  <a:satMod val="110000"/>
                  <a:lumMod val="100000"/>
                  <a:shade val="100000"/>
                </a:schemeClr>
              </a:gs>
              <a:gs pos="100000">
                <a:schemeClr val="accent4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0"/>
        <c:spPr>
          <a:gradFill rotWithShape="1">
            <a:gsLst>
              <a:gs pos="0">
                <a:schemeClr val="accent4">
                  <a:satMod val="103000"/>
                  <a:lumMod val="102000"/>
                  <a:tint val="94000"/>
                </a:schemeClr>
              </a:gs>
              <a:gs pos="50000">
                <a:schemeClr val="accent4">
                  <a:satMod val="110000"/>
                  <a:lumMod val="100000"/>
                  <a:shade val="100000"/>
                </a:schemeClr>
              </a:gs>
              <a:gs pos="100000">
                <a:schemeClr val="accent4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1"/>
        <c:spPr>
          <a:gradFill rotWithShape="1">
            <a:gsLst>
              <a:gs pos="0">
                <a:schemeClr val="accent4">
                  <a:satMod val="103000"/>
                  <a:lumMod val="102000"/>
                  <a:tint val="94000"/>
                </a:schemeClr>
              </a:gs>
              <a:gs pos="50000">
                <a:schemeClr val="accent4">
                  <a:satMod val="110000"/>
                  <a:lumMod val="100000"/>
                  <a:shade val="100000"/>
                </a:schemeClr>
              </a:gs>
              <a:gs pos="100000">
                <a:schemeClr val="accent4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2"/>
        <c:spPr>
          <a:gradFill rotWithShape="1">
            <a:gsLst>
              <a:gs pos="0">
                <a:schemeClr val="accent4">
                  <a:satMod val="103000"/>
                  <a:lumMod val="102000"/>
                  <a:tint val="94000"/>
                </a:schemeClr>
              </a:gs>
              <a:gs pos="50000">
                <a:schemeClr val="accent4">
                  <a:satMod val="110000"/>
                  <a:lumMod val="100000"/>
                  <a:shade val="100000"/>
                </a:schemeClr>
              </a:gs>
              <a:gs pos="100000">
                <a:schemeClr val="accent4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3"/>
        <c:spPr>
          <a:gradFill rotWithShape="1">
            <a:gsLst>
              <a:gs pos="0">
                <a:schemeClr val="accent4">
                  <a:satMod val="103000"/>
                  <a:lumMod val="102000"/>
                  <a:tint val="94000"/>
                </a:schemeClr>
              </a:gs>
              <a:gs pos="50000">
                <a:schemeClr val="accent4">
                  <a:satMod val="110000"/>
                  <a:lumMod val="100000"/>
                  <a:shade val="100000"/>
                </a:schemeClr>
              </a:gs>
              <a:gs pos="100000">
                <a:schemeClr val="accent4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4">
                  <a:satMod val="103000"/>
                  <a:lumMod val="102000"/>
                  <a:tint val="94000"/>
                </a:schemeClr>
              </a:gs>
              <a:gs pos="50000">
                <a:schemeClr val="accent4">
                  <a:satMod val="110000"/>
                  <a:lumMod val="100000"/>
                  <a:shade val="100000"/>
                </a:schemeClr>
              </a:gs>
              <a:gs pos="100000">
                <a:schemeClr val="accent4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gradFill rotWithShape="1">
            <a:gsLst>
              <a:gs pos="0">
                <a:schemeClr val="accent4">
                  <a:satMod val="103000"/>
                  <a:lumMod val="102000"/>
                  <a:tint val="94000"/>
                </a:schemeClr>
              </a:gs>
              <a:gs pos="50000">
                <a:schemeClr val="accent4">
                  <a:satMod val="110000"/>
                  <a:lumMod val="100000"/>
                  <a:shade val="100000"/>
                </a:schemeClr>
              </a:gs>
              <a:gs pos="100000">
                <a:schemeClr val="accent4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6"/>
        <c:spPr>
          <a:gradFill rotWithShape="1">
            <a:gsLst>
              <a:gs pos="0">
                <a:schemeClr val="accent4">
                  <a:satMod val="103000"/>
                  <a:lumMod val="102000"/>
                  <a:tint val="94000"/>
                </a:schemeClr>
              </a:gs>
              <a:gs pos="50000">
                <a:schemeClr val="accent4">
                  <a:satMod val="110000"/>
                  <a:lumMod val="100000"/>
                  <a:shade val="100000"/>
                </a:schemeClr>
              </a:gs>
              <a:gs pos="100000">
                <a:schemeClr val="accent4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7"/>
        <c:spPr>
          <a:gradFill rotWithShape="1">
            <a:gsLst>
              <a:gs pos="0">
                <a:schemeClr val="accent4">
                  <a:satMod val="103000"/>
                  <a:lumMod val="102000"/>
                  <a:tint val="94000"/>
                </a:schemeClr>
              </a:gs>
              <a:gs pos="50000">
                <a:schemeClr val="accent4">
                  <a:satMod val="110000"/>
                  <a:lumMod val="100000"/>
                  <a:shade val="100000"/>
                </a:schemeClr>
              </a:gs>
              <a:gs pos="100000">
                <a:schemeClr val="accent4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8"/>
        <c:spPr>
          <a:gradFill rotWithShape="1">
            <a:gsLst>
              <a:gs pos="0">
                <a:schemeClr val="accent4">
                  <a:satMod val="103000"/>
                  <a:lumMod val="102000"/>
                  <a:tint val="94000"/>
                </a:schemeClr>
              </a:gs>
              <a:gs pos="50000">
                <a:schemeClr val="accent4">
                  <a:satMod val="110000"/>
                  <a:lumMod val="100000"/>
                  <a:shade val="100000"/>
                </a:schemeClr>
              </a:gs>
              <a:gs pos="100000">
                <a:schemeClr val="accent4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9"/>
        <c:spPr>
          <a:gradFill rotWithShape="1">
            <a:gsLst>
              <a:gs pos="0">
                <a:schemeClr val="accent4">
                  <a:satMod val="103000"/>
                  <a:lumMod val="102000"/>
                  <a:tint val="94000"/>
                </a:schemeClr>
              </a:gs>
              <a:gs pos="50000">
                <a:schemeClr val="accent4">
                  <a:satMod val="110000"/>
                  <a:lumMod val="100000"/>
                  <a:shade val="100000"/>
                </a:schemeClr>
              </a:gs>
              <a:gs pos="100000">
                <a:schemeClr val="accent4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0"/>
        <c:spPr>
          <a:gradFill rotWithShape="1">
            <a:gsLst>
              <a:gs pos="0">
                <a:schemeClr val="accent4">
                  <a:satMod val="103000"/>
                  <a:lumMod val="102000"/>
                  <a:tint val="94000"/>
                </a:schemeClr>
              </a:gs>
              <a:gs pos="50000">
                <a:schemeClr val="accent4">
                  <a:satMod val="110000"/>
                  <a:lumMod val="100000"/>
                  <a:shade val="100000"/>
                </a:schemeClr>
              </a:gs>
              <a:gs pos="100000">
                <a:schemeClr val="accent4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6881914146977803"/>
          <c:y val="0.21468657772899249"/>
          <c:w val="0.64589943673035555"/>
          <c:h val="0.6400382419619445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'PIVOT TABLE'!$H$6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7B3-4FA2-A449-2DB0A4A42D4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D7B3-4FA2-A449-2DB0A4A42D4E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D7B3-4FA2-A449-2DB0A4A42D4E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D7B3-4FA2-A449-2DB0A4A42D4E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D7B3-4FA2-A449-2DB0A4A42D4E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D7B3-4FA2-A449-2DB0A4A42D4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'PIVOT TABLE'!$G$7:$G$13</c:f>
              <c:strCache>
                <c:ptCount val="6"/>
                <c:pt idx="0">
                  <c:v>completed</c:v>
                </c:pt>
                <c:pt idx="1">
                  <c:v>failed</c:v>
                </c:pt>
                <c:pt idx="2">
                  <c:v>incomplete</c:v>
                </c:pt>
                <c:pt idx="3">
                  <c:v>not available</c:v>
                </c:pt>
                <c:pt idx="4">
                  <c:v>pending</c:v>
                </c:pt>
                <c:pt idx="5">
                  <c:v>started</c:v>
                </c:pt>
              </c:strCache>
            </c:strRef>
          </c:cat>
          <c:val>
            <c:numRef>
              <c:f>'PIVOT TABLE'!$H$7:$H$13</c:f>
              <c:numCache>
                <c:formatCode>General</c:formatCode>
                <c:ptCount val="6"/>
                <c:pt idx="0">
                  <c:v>5535</c:v>
                </c:pt>
                <c:pt idx="1">
                  <c:v>7256</c:v>
                </c:pt>
                <c:pt idx="2">
                  <c:v>6641</c:v>
                </c:pt>
                <c:pt idx="3">
                  <c:v>8512</c:v>
                </c:pt>
                <c:pt idx="4">
                  <c:v>48</c:v>
                </c:pt>
                <c:pt idx="5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7B3-4FA2-A449-2DB0A4A42D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466582544"/>
        <c:axId val="1466584464"/>
      </c:barChart>
      <c:valAx>
        <c:axId val="146658446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6582544"/>
        <c:crosses val="autoZero"/>
        <c:crossBetween val="between"/>
      </c:valAx>
      <c:catAx>
        <c:axId val="146658254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658446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[AstroSage_analysis (Recovered).xlsx]PIVOT TABLE!PivotTable13</c:name>
    <c:fmtId val="8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IN" sz="1600" b="1" i="0" u="none" strike="noStrike" baseline="0" dirty="0">
                <a:effectLst/>
              </a:rPr>
              <a:t>Rating wise guru distribution</a:t>
            </a:r>
            <a:endParaRPr lang="en-US" sz="16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4">
                  <a:satMod val="103000"/>
                  <a:lumMod val="102000"/>
                  <a:tint val="94000"/>
                </a:schemeClr>
              </a:gs>
              <a:gs pos="50000">
                <a:schemeClr val="accent4">
                  <a:satMod val="110000"/>
                  <a:lumMod val="100000"/>
                  <a:shade val="100000"/>
                </a:schemeClr>
              </a:gs>
              <a:gs pos="100000">
                <a:schemeClr val="accent4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4">
                  <a:satMod val="103000"/>
                  <a:lumMod val="102000"/>
                  <a:tint val="94000"/>
                </a:schemeClr>
              </a:gs>
              <a:gs pos="50000">
                <a:schemeClr val="accent4">
                  <a:satMod val="110000"/>
                  <a:lumMod val="100000"/>
                  <a:shade val="100000"/>
                </a:schemeClr>
              </a:gs>
              <a:gs pos="100000">
                <a:schemeClr val="accent4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ellipsis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4">
                  <a:satMod val="103000"/>
                  <a:lumMod val="102000"/>
                  <a:tint val="94000"/>
                </a:schemeClr>
              </a:gs>
              <a:gs pos="50000">
                <a:schemeClr val="accent4">
                  <a:satMod val="110000"/>
                  <a:lumMod val="100000"/>
                  <a:shade val="100000"/>
                </a:schemeClr>
              </a:gs>
              <a:gs pos="100000">
                <a:schemeClr val="accent4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ellipsis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TABLE'!$P$100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'PIVOT TABLE'!$O$101:$O$110</c:f>
              <c:strCach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strCache>
            </c:strRef>
          </c:cat>
          <c:val>
            <c:numRef>
              <c:f>'PIVOT TABLE'!$P$101:$P$110</c:f>
              <c:numCache>
                <c:formatCode>General</c:formatCode>
                <c:ptCount val="9"/>
                <c:pt idx="0">
                  <c:v>7256</c:v>
                </c:pt>
                <c:pt idx="1">
                  <c:v>2199</c:v>
                </c:pt>
                <c:pt idx="2">
                  <c:v>4329</c:v>
                </c:pt>
                <c:pt idx="3">
                  <c:v>4407</c:v>
                </c:pt>
                <c:pt idx="4">
                  <c:v>2132</c:v>
                </c:pt>
                <c:pt idx="5">
                  <c:v>2169</c:v>
                </c:pt>
                <c:pt idx="6">
                  <c:v>1829</c:v>
                </c:pt>
                <c:pt idx="7">
                  <c:v>1824</c:v>
                </c:pt>
                <c:pt idx="8">
                  <c:v>1882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C4-4322-B6F8-D47E31BC463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160027791"/>
        <c:axId val="1160026351"/>
      </c:barChart>
      <c:catAx>
        <c:axId val="11600277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0026351"/>
        <c:crosses val="autoZero"/>
        <c:auto val="1"/>
        <c:lblAlgn val="ctr"/>
        <c:lblOffset val="100"/>
        <c:noMultiLvlLbl val="0"/>
      </c:catAx>
      <c:valAx>
        <c:axId val="11600263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00277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[AstroSage_analysis.xlsx]objective!PivotTable6</c:name>
    <c:fmtId val="2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CALL STATUS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 w="19050">
            <a:noFill/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 w="19050">
            <a:noFill/>
          </a:ln>
          <a:effectLst/>
          <a:sp3d contourW="25400">
            <a:contourClr>
              <a:schemeClr val="lt1"/>
            </a:contourClr>
          </a:sp3d>
        </c:spPr>
      </c:pivotFmt>
      <c:pivotFmt>
        <c:idx val="2"/>
        <c:spPr>
          <a:solidFill>
            <a:schemeClr val="accent4"/>
          </a:solidFill>
          <a:ln w="19050">
            <a:noFill/>
          </a:ln>
          <a:effectLst/>
          <a:sp3d contourW="25400">
            <a:contourClr>
              <a:schemeClr val="lt1"/>
            </a:contourClr>
          </a:sp3d>
        </c:spPr>
      </c:pivotFmt>
      <c:pivotFmt>
        <c:idx val="3"/>
        <c:spPr>
          <a:solidFill>
            <a:schemeClr val="accent4"/>
          </a:solidFill>
          <a:ln w="19050">
            <a:noFill/>
          </a:ln>
          <a:effectLst/>
          <a:sp3d contourW="25400">
            <a:contourClr>
              <a:schemeClr val="lt1"/>
            </a:contourClr>
          </a:sp3d>
        </c:spPr>
      </c:pivotFmt>
      <c:pivotFmt>
        <c:idx val="4"/>
        <c:spPr>
          <a:solidFill>
            <a:schemeClr val="accent4"/>
          </a:solidFill>
          <a:ln w="19050">
            <a:noFill/>
          </a:ln>
          <a:effectLst/>
          <a:sp3d contourW="25400">
            <a:contourClr>
              <a:schemeClr val="lt1"/>
            </a:contourClr>
          </a:sp3d>
        </c:spPr>
      </c:pivotFmt>
      <c:pivotFmt>
        <c:idx val="5"/>
        <c:spPr>
          <a:solidFill>
            <a:schemeClr val="accent4"/>
          </a:solidFill>
          <a:ln w="19050">
            <a:noFill/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4"/>
          </a:solidFill>
          <a:ln w="19050">
            <a:noFill/>
          </a:ln>
          <a:effectLst/>
          <a:sp3d contourW="25400">
            <a:contourClr>
              <a:schemeClr val="lt1"/>
            </a:contourClr>
          </a:sp3d>
        </c:spPr>
      </c:pivotFmt>
      <c:pivotFmt>
        <c:idx val="7"/>
        <c:spPr>
          <a:solidFill>
            <a:schemeClr val="accent4"/>
          </a:solidFill>
          <a:ln w="19050">
            <a:noFill/>
          </a:ln>
          <a:effectLst/>
          <a:sp3d contourW="25400">
            <a:contourClr>
              <a:schemeClr val="lt1"/>
            </a:contourClr>
          </a:sp3d>
        </c:spPr>
      </c:pivotFmt>
      <c:pivotFmt>
        <c:idx val="8"/>
        <c:spPr>
          <a:solidFill>
            <a:schemeClr val="accent4"/>
          </a:solidFill>
          <a:ln w="19050">
            <a:noFill/>
          </a:ln>
          <a:effectLst/>
          <a:sp3d contourW="25400">
            <a:contourClr>
              <a:schemeClr val="lt1"/>
            </a:contourClr>
          </a:sp3d>
        </c:spPr>
      </c:pivotFmt>
      <c:pivotFmt>
        <c:idx val="9"/>
        <c:spPr>
          <a:solidFill>
            <a:schemeClr val="accent4"/>
          </a:solidFill>
          <a:ln w="19050">
            <a:noFill/>
          </a:ln>
          <a:effectLst/>
          <a:sp3d contourW="25400">
            <a:contourClr>
              <a:schemeClr val="lt1"/>
            </a:contourClr>
          </a:sp3d>
        </c:spPr>
      </c:pivotFmt>
      <c:pivotFmt>
        <c:idx val="10"/>
        <c:spPr>
          <a:solidFill>
            <a:schemeClr val="accent4"/>
          </a:solidFill>
          <a:ln w="19050">
            <a:noFill/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4"/>
          </a:solidFill>
          <a:ln w="19050">
            <a:noFill/>
          </a:ln>
          <a:effectLst/>
          <a:sp3d contourW="25400">
            <a:contourClr>
              <a:schemeClr val="lt1"/>
            </a:contourClr>
          </a:sp3d>
        </c:spPr>
      </c:pivotFmt>
      <c:pivotFmt>
        <c:idx val="12"/>
        <c:spPr>
          <a:solidFill>
            <a:schemeClr val="accent4"/>
          </a:solidFill>
          <a:ln w="19050">
            <a:noFill/>
          </a:ln>
          <a:effectLst/>
          <a:sp3d contourW="25400">
            <a:contourClr>
              <a:schemeClr val="lt1"/>
            </a:contourClr>
          </a:sp3d>
        </c:spPr>
      </c:pivotFmt>
      <c:pivotFmt>
        <c:idx val="13"/>
        <c:spPr>
          <a:solidFill>
            <a:schemeClr val="accent4"/>
          </a:solidFill>
          <a:ln w="19050">
            <a:noFill/>
          </a:ln>
          <a:effectLst/>
          <a:sp3d contourW="25400">
            <a:contourClr>
              <a:schemeClr val="lt1"/>
            </a:contourClr>
          </a:sp3d>
        </c:spPr>
      </c:pivotFmt>
      <c:pivotFmt>
        <c:idx val="14"/>
        <c:spPr>
          <a:solidFill>
            <a:schemeClr val="accent4"/>
          </a:solidFill>
          <a:ln w="19050">
            <a:noFill/>
          </a:ln>
          <a:effectLst/>
          <a:sp3d contourW="25400">
            <a:contourClr>
              <a:schemeClr val="lt1"/>
            </a:contourClr>
          </a:sp3d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5.9126132882111354E-2"/>
          <c:y val="0.21426233626560193"/>
          <c:w val="0.66265617382097219"/>
          <c:h val="0.77556376313728304"/>
        </c:manualLayout>
      </c:layout>
      <c:pie3DChart>
        <c:varyColors val="1"/>
        <c:ser>
          <c:idx val="0"/>
          <c:order val="0"/>
          <c:tx>
            <c:strRef>
              <c:f>objective!$E$39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explosion val="27"/>
            <c:spPr>
              <a:solidFill>
                <a:schemeClr val="accent4">
                  <a:tint val="58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18DD-402D-9E88-C25B4C3C4935}"/>
              </c:ext>
            </c:extLst>
          </c:dPt>
          <c:dPt>
            <c:idx val="1"/>
            <c:bubble3D val="0"/>
            <c:spPr>
              <a:solidFill>
                <a:schemeClr val="accent4">
                  <a:tint val="86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18DD-402D-9E88-C25B4C3C4935}"/>
              </c:ext>
            </c:extLst>
          </c:dPt>
          <c:dPt>
            <c:idx val="2"/>
            <c:bubble3D val="0"/>
            <c:spPr>
              <a:solidFill>
                <a:schemeClr val="accent4">
                  <a:shade val="86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18DD-402D-9E88-C25B4C3C4935}"/>
              </c:ext>
            </c:extLst>
          </c:dPt>
          <c:dPt>
            <c:idx val="3"/>
            <c:bubble3D val="0"/>
            <c:spPr>
              <a:solidFill>
                <a:schemeClr val="accent4">
                  <a:shade val="58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18DD-402D-9E88-C25B4C3C493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objective!$D$40:$D$44</c:f>
              <c:strCache>
                <c:ptCount val="4"/>
                <c:pt idx="0">
                  <c:v>Call</c:v>
                </c:pt>
                <c:pt idx="1">
                  <c:v>Chat</c:v>
                </c:pt>
                <c:pt idx="2">
                  <c:v>Complementary</c:v>
                </c:pt>
                <c:pt idx="3">
                  <c:v>public_live_Call</c:v>
                </c:pt>
              </c:strCache>
            </c:strRef>
          </c:cat>
          <c:val>
            <c:numRef>
              <c:f>objective!$E$40:$E$44</c:f>
              <c:numCache>
                <c:formatCode>General</c:formatCode>
                <c:ptCount val="4"/>
                <c:pt idx="0">
                  <c:v>168520.61833333349</c:v>
                </c:pt>
                <c:pt idx="1">
                  <c:v>45494.683333333342</c:v>
                </c:pt>
                <c:pt idx="3">
                  <c:v>50.596999999999902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8DD-402D-9E88-C25B4C3C493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0942005611237324"/>
          <c:y val="8.5141773131558518E-2"/>
          <c:w val="0.27442295776862907"/>
          <c:h val="0.2627740218755145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[AstroSage_analysis (Recovered).xlsx]PIVOT TABLE!PivotTable9</c:name>
    <c:fmtId val="7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600"/>
              <a:t> TOP 10 GURU ON EARNING</a:t>
            </a:r>
          </a:p>
        </c:rich>
      </c:tx>
      <c:layout>
        <c:manualLayout>
          <c:xMode val="edge"/>
          <c:yMode val="edge"/>
          <c:x val="4.2649862962808885E-2"/>
          <c:y val="3.53716050429876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4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4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4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4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ellipsis" wrap="square" lIns="38100" tIns="19050" rIns="38100" bIns="19050" anchor="ctr" anchorCtr="1">
              <a:spAutoFit/>
            </a:bodyPr>
            <a:lstStyle/>
            <a:p>
              <a:pPr>
                <a:defRPr sz="3200" b="1" i="0" u="none" strike="noStrike" kern="1200" baseline="0">
                  <a:solidFill>
                    <a:schemeClr val="accent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4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ellipsis" wrap="square" lIns="38100" tIns="19050" rIns="38100" bIns="19050" anchor="ctr" anchorCtr="1">
              <a:spAutoFit/>
            </a:bodyPr>
            <a:lstStyle/>
            <a:p>
              <a:pPr>
                <a:defRPr sz="3200" b="1" i="0" u="none" strike="noStrike" kern="1200" baseline="0">
                  <a:solidFill>
                    <a:schemeClr val="accent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4"/>
          </a:solidFill>
          <a:ln>
            <a:noFill/>
          </a:ln>
          <a:effectLst/>
          <a:sp3d/>
        </c:spPr>
      </c:pivotFmt>
      <c:pivotFmt>
        <c:idx val="9"/>
        <c:spPr>
          <a:solidFill>
            <a:schemeClr val="accent4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ellipsis" wrap="square" lIns="38100" tIns="19050" rIns="38100" bIns="19050" anchor="ctr" anchorCtr="1">
              <a:spAutoFit/>
            </a:bodyPr>
            <a:lstStyle/>
            <a:p>
              <a:pPr>
                <a:defRPr sz="3200" b="1" i="0" u="none" strike="noStrike" kern="1200" baseline="0">
                  <a:solidFill>
                    <a:schemeClr val="accent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4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ellipsis" wrap="square" lIns="38100" tIns="19050" rIns="38100" bIns="19050" anchor="ctr" anchorCtr="1">
              <a:spAutoFit/>
            </a:bodyPr>
            <a:lstStyle/>
            <a:p>
              <a:pPr>
                <a:defRPr sz="3200" b="1" i="0" u="none" strike="noStrike" kern="1200" baseline="0">
                  <a:solidFill>
                    <a:schemeClr val="accent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4"/>
          </a:solidFill>
          <a:ln>
            <a:noFill/>
          </a:ln>
          <a:effectLst/>
          <a:sp3d/>
        </c:spPr>
      </c:pivotFmt>
      <c:pivotFmt>
        <c:idx val="12"/>
        <c:spPr>
          <a:solidFill>
            <a:schemeClr val="accent4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ellipsis" wrap="square" lIns="38100" tIns="19050" rIns="38100" bIns="19050" anchor="ctr" anchorCtr="1">
              <a:spAutoFit/>
            </a:bodyPr>
            <a:lstStyle/>
            <a:p>
              <a:pPr>
                <a:defRPr sz="3200" b="1" i="0" u="none" strike="noStrike" kern="1200" baseline="0">
                  <a:solidFill>
                    <a:schemeClr val="accent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4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ellipsis" wrap="square" lIns="38100" tIns="19050" rIns="38100" bIns="19050" anchor="ctr" anchorCtr="1">
              <a:spAutoFit/>
            </a:bodyPr>
            <a:lstStyle/>
            <a:p>
              <a:pPr>
                <a:defRPr sz="3200" b="1" i="0" u="none" strike="noStrike" kern="1200" baseline="0">
                  <a:solidFill>
                    <a:schemeClr val="accent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4"/>
          </a:solidFill>
          <a:ln>
            <a:noFill/>
          </a:ln>
          <a:effectLst/>
          <a:sp3d/>
        </c:spPr>
      </c:pivotFmt>
    </c:pivotFmts>
    <c:plotArea>
      <c:layout>
        <c:manualLayout>
          <c:layoutTarget val="inner"/>
          <c:xMode val="edge"/>
          <c:yMode val="edge"/>
          <c:x val="0.22794997586249263"/>
          <c:y val="0.30124104221367509"/>
          <c:w val="0.74131243221907372"/>
          <c:h val="0.563879285271959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TABLE'!$AK$50</c:f>
              <c:strCache>
                <c:ptCount val="1"/>
                <c:pt idx="0">
                  <c:v>Sum of CallTimeDuration</c:v>
                </c:pt>
              </c:strCache>
            </c:strRef>
          </c:tx>
          <c:spPr>
            <a:solidFill>
              <a:schemeClr val="accent4">
                <a:shade val="76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TABLE'!$AJ$51:$AJ$61</c:f>
              <c:strCache>
                <c:ptCount val="10"/>
                <c:pt idx="0">
                  <c:v>Astro  Ruchi</c:v>
                </c:pt>
                <c:pt idx="1">
                  <c:v>Astro Divya</c:v>
                </c:pt>
                <c:pt idx="2">
                  <c:v>Astro Seema</c:v>
                </c:pt>
                <c:pt idx="3">
                  <c:v>Astro Shalini</c:v>
                </c:pt>
                <c:pt idx="4">
                  <c:v>Astro Sonam S</c:v>
                </c:pt>
                <c:pt idx="5">
                  <c:v>Dr Balkrisna</c:v>
                </c:pt>
                <c:pt idx="6">
                  <c:v>Tarot  Ari</c:v>
                </c:pt>
                <c:pt idx="7">
                  <c:v>Tarot Bee Riya</c:v>
                </c:pt>
                <c:pt idx="8">
                  <c:v>Tarot Rupika</c:v>
                </c:pt>
                <c:pt idx="9">
                  <c:v>Usha Siingh</c:v>
                </c:pt>
              </c:strCache>
            </c:strRef>
          </c:cat>
          <c:val>
            <c:numRef>
              <c:f>'PIVOT TABLE'!$AK$51:$AK$61</c:f>
              <c:numCache>
                <c:formatCode>0.00</c:formatCode>
                <c:ptCount val="10"/>
                <c:pt idx="0">
                  <c:v>2252.6336000000051</c:v>
                </c:pt>
                <c:pt idx="1">
                  <c:v>2358.8499499999893</c:v>
                </c:pt>
                <c:pt idx="2">
                  <c:v>1531.5699833333356</c:v>
                </c:pt>
                <c:pt idx="3">
                  <c:v>2948.3090499999926</c:v>
                </c:pt>
                <c:pt idx="4">
                  <c:v>1978.9092666666652</c:v>
                </c:pt>
                <c:pt idx="5">
                  <c:v>1323.673866666667</c:v>
                </c:pt>
                <c:pt idx="6">
                  <c:v>1085.7308333333326</c:v>
                </c:pt>
                <c:pt idx="7">
                  <c:v>359.59890000000104</c:v>
                </c:pt>
                <c:pt idx="8">
                  <c:v>936.62080000000526</c:v>
                </c:pt>
                <c:pt idx="9">
                  <c:v>186.84904999999995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AE-46E8-90D5-BE1335079BCC}"/>
            </c:ext>
          </c:extLst>
        </c:ser>
        <c:ser>
          <c:idx val="1"/>
          <c:order val="1"/>
          <c:tx>
            <c:strRef>
              <c:f>'PIVOT TABLE'!$AL$50</c:f>
              <c:strCache>
                <c:ptCount val="1"/>
                <c:pt idx="0">
                  <c:v>Sum of ASTROLOGER EARNINGS</c:v>
                </c:pt>
              </c:strCache>
            </c:strRef>
          </c:tx>
          <c:spPr>
            <a:solidFill>
              <a:schemeClr val="accent4">
                <a:tint val="77000"/>
              </a:schemeClr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chemeClr val="accent4">
                  <a:tint val="7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88AE-46E8-90D5-BE1335079BCC}"/>
              </c:ext>
            </c:extLst>
          </c:dPt>
          <c:dLbls>
            <c:dLbl>
              <c:idx val="5"/>
              <c:layout>
                <c:manualLayout>
                  <c:x val="-2.73717219938252E-3"/>
                  <c:y val="0.105020896677630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8AE-46E8-90D5-BE1335079BC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TABLE'!$AJ$51:$AJ$61</c:f>
              <c:strCache>
                <c:ptCount val="10"/>
                <c:pt idx="0">
                  <c:v>Astro  Ruchi</c:v>
                </c:pt>
                <c:pt idx="1">
                  <c:v>Astro Divya</c:v>
                </c:pt>
                <c:pt idx="2">
                  <c:v>Astro Seema</c:v>
                </c:pt>
                <c:pt idx="3">
                  <c:v>Astro Shalini</c:v>
                </c:pt>
                <c:pt idx="4">
                  <c:v>Astro Sonam S</c:v>
                </c:pt>
                <c:pt idx="5">
                  <c:v>Dr Balkrisna</c:v>
                </c:pt>
                <c:pt idx="6">
                  <c:v>Tarot  Ari</c:v>
                </c:pt>
                <c:pt idx="7">
                  <c:v>Tarot Bee Riya</c:v>
                </c:pt>
                <c:pt idx="8">
                  <c:v>Tarot Rupika</c:v>
                </c:pt>
                <c:pt idx="9">
                  <c:v>Usha Siingh</c:v>
                </c:pt>
              </c:strCache>
            </c:strRef>
          </c:cat>
          <c:val>
            <c:numRef>
              <c:f>'PIVOT TABLE'!$AL$51:$AL$61</c:f>
              <c:numCache>
                <c:formatCode>0.00</c:formatCode>
                <c:ptCount val="10"/>
                <c:pt idx="0">
                  <c:v>10274.658333333329</c:v>
                </c:pt>
                <c:pt idx="1">
                  <c:v>3696.9853333333326</c:v>
                </c:pt>
                <c:pt idx="2">
                  <c:v>2690.8173333333316</c:v>
                </c:pt>
                <c:pt idx="3">
                  <c:v>6807.6066666666675</c:v>
                </c:pt>
                <c:pt idx="4">
                  <c:v>2907.494666666666</c:v>
                </c:pt>
                <c:pt idx="5">
                  <c:v>15910.208333333334</c:v>
                </c:pt>
                <c:pt idx="6">
                  <c:v>2222.5586666666654</c:v>
                </c:pt>
                <c:pt idx="7">
                  <c:v>2178.7124999999996</c:v>
                </c:pt>
                <c:pt idx="8">
                  <c:v>2198.7500000000005</c:v>
                </c:pt>
                <c:pt idx="9">
                  <c:v>2870.2666666666664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8AE-46E8-90D5-BE1335079BC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49171743"/>
        <c:axId val="549172703"/>
      </c:barChart>
      <c:catAx>
        <c:axId val="549171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9172703"/>
        <c:crosses val="autoZero"/>
        <c:auto val="1"/>
        <c:lblAlgn val="ctr"/>
        <c:lblOffset val="100"/>
        <c:noMultiLvlLbl val="0"/>
      </c:catAx>
      <c:valAx>
        <c:axId val="5491727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91717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4835322452894242"/>
          <c:y val="0.16986805169816072"/>
          <c:w val="0.45164677547105758"/>
          <c:h val="8.984260096477464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[AstroSage_analysis (Recovered).xlsx]objective!PivotTable22</c:name>
    <c:fmtId val="4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CHANGE IN CALL VOLUME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objective!$B$4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chemeClr val="accent4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objective!$A$5:$A$39</c:f>
              <c:strCache>
                <c:ptCount val="34"/>
                <c:pt idx="0">
                  <c:v>01-12-2023</c:v>
                </c:pt>
                <c:pt idx="1">
                  <c:v>02-12-2023</c:v>
                </c:pt>
                <c:pt idx="2">
                  <c:v>03-12-2023</c:v>
                </c:pt>
                <c:pt idx="3">
                  <c:v>04-12-2023</c:v>
                </c:pt>
                <c:pt idx="4">
                  <c:v>05-12-2023</c:v>
                </c:pt>
                <c:pt idx="5">
                  <c:v>06-12-2023</c:v>
                </c:pt>
                <c:pt idx="6">
                  <c:v>07-12-2023</c:v>
                </c:pt>
                <c:pt idx="7">
                  <c:v>08-12-2023</c:v>
                </c:pt>
                <c:pt idx="8">
                  <c:v>09-12-2023</c:v>
                </c:pt>
                <c:pt idx="9">
                  <c:v>10-12-2023</c:v>
                </c:pt>
                <c:pt idx="10">
                  <c:v>11-12-2023</c:v>
                </c:pt>
                <c:pt idx="11">
                  <c:v>12-12-2023</c:v>
                </c:pt>
                <c:pt idx="12">
                  <c:v>13-12-2023</c:v>
                </c:pt>
                <c:pt idx="13">
                  <c:v>14-12-2023</c:v>
                </c:pt>
                <c:pt idx="14">
                  <c:v>15-12-2023</c:v>
                </c:pt>
                <c:pt idx="15">
                  <c:v>16-12-2023</c:v>
                </c:pt>
                <c:pt idx="16">
                  <c:v>17-12-2023</c:v>
                </c:pt>
                <c:pt idx="17">
                  <c:v>18-12-2023</c:v>
                </c:pt>
                <c:pt idx="18">
                  <c:v>19-12-2023</c:v>
                </c:pt>
                <c:pt idx="19">
                  <c:v>20-12-2023</c:v>
                </c:pt>
                <c:pt idx="20">
                  <c:v>21-12-2023</c:v>
                </c:pt>
                <c:pt idx="21">
                  <c:v>22-12-2023</c:v>
                </c:pt>
                <c:pt idx="22">
                  <c:v>23-12-2023</c:v>
                </c:pt>
                <c:pt idx="23">
                  <c:v>24-12-2023</c:v>
                </c:pt>
                <c:pt idx="24">
                  <c:v>25-12-2023</c:v>
                </c:pt>
                <c:pt idx="25">
                  <c:v>26-12-2023</c:v>
                </c:pt>
                <c:pt idx="26">
                  <c:v>27-12-2023</c:v>
                </c:pt>
                <c:pt idx="27">
                  <c:v>28-12-2023</c:v>
                </c:pt>
                <c:pt idx="28">
                  <c:v>29-12-2023</c:v>
                </c:pt>
                <c:pt idx="29">
                  <c:v>30-12-2023</c:v>
                </c:pt>
                <c:pt idx="30">
                  <c:v>31-12-2023</c:v>
                </c:pt>
                <c:pt idx="31">
                  <c:v>01-01-2024</c:v>
                </c:pt>
                <c:pt idx="32">
                  <c:v>02-01-2024</c:v>
                </c:pt>
                <c:pt idx="33">
                  <c:v>03-01-2024</c:v>
                </c:pt>
              </c:strCache>
            </c:strRef>
          </c:cat>
          <c:val>
            <c:numRef>
              <c:f>objective!$B$5:$B$39</c:f>
              <c:numCache>
                <c:formatCode>General</c:formatCode>
                <c:ptCount val="34"/>
                <c:pt idx="0">
                  <c:v>228</c:v>
                </c:pt>
                <c:pt idx="1">
                  <c:v>332</c:v>
                </c:pt>
                <c:pt idx="2">
                  <c:v>383</c:v>
                </c:pt>
                <c:pt idx="3">
                  <c:v>364</c:v>
                </c:pt>
                <c:pt idx="4">
                  <c:v>253</c:v>
                </c:pt>
                <c:pt idx="5">
                  <c:v>254</c:v>
                </c:pt>
                <c:pt idx="6">
                  <c:v>254</c:v>
                </c:pt>
                <c:pt idx="7">
                  <c:v>138</c:v>
                </c:pt>
                <c:pt idx="8">
                  <c:v>288</c:v>
                </c:pt>
                <c:pt idx="9">
                  <c:v>430</c:v>
                </c:pt>
                <c:pt idx="10">
                  <c:v>424</c:v>
                </c:pt>
                <c:pt idx="11">
                  <c:v>358</c:v>
                </c:pt>
                <c:pt idx="12">
                  <c:v>348</c:v>
                </c:pt>
                <c:pt idx="13">
                  <c:v>226</c:v>
                </c:pt>
                <c:pt idx="14">
                  <c:v>276</c:v>
                </c:pt>
                <c:pt idx="15">
                  <c:v>258</c:v>
                </c:pt>
                <c:pt idx="16">
                  <c:v>185</c:v>
                </c:pt>
                <c:pt idx="17">
                  <c:v>233</c:v>
                </c:pt>
                <c:pt idx="18">
                  <c:v>209</c:v>
                </c:pt>
                <c:pt idx="19">
                  <c:v>178</c:v>
                </c:pt>
                <c:pt idx="20">
                  <c:v>159</c:v>
                </c:pt>
                <c:pt idx="21">
                  <c:v>163</c:v>
                </c:pt>
                <c:pt idx="22">
                  <c:v>241</c:v>
                </c:pt>
                <c:pt idx="23">
                  <c:v>232</c:v>
                </c:pt>
                <c:pt idx="24">
                  <c:v>258</c:v>
                </c:pt>
                <c:pt idx="25">
                  <c:v>255</c:v>
                </c:pt>
                <c:pt idx="26">
                  <c:v>242</c:v>
                </c:pt>
                <c:pt idx="27">
                  <c:v>181</c:v>
                </c:pt>
                <c:pt idx="28">
                  <c:v>260</c:v>
                </c:pt>
                <c:pt idx="29">
                  <c:v>179</c:v>
                </c:pt>
                <c:pt idx="30">
                  <c:v>158</c:v>
                </c:pt>
                <c:pt idx="31">
                  <c:v>115</c:v>
                </c:pt>
                <c:pt idx="32">
                  <c:v>196</c:v>
                </c:pt>
                <c:pt idx="33">
                  <c:v>107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B62-4D67-8F87-BF3D9FBBA6F2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4986111"/>
        <c:axId val="2114996671"/>
      </c:lineChart>
      <c:catAx>
        <c:axId val="2114986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4996671"/>
        <c:crosses val="autoZero"/>
        <c:auto val="1"/>
        <c:lblAlgn val="ctr"/>
        <c:lblOffset val="100"/>
        <c:noMultiLvlLbl val="0"/>
      </c:catAx>
      <c:valAx>
        <c:axId val="21149966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49861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3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4.xml><?xml version="1.0" encoding="utf-8"?>
<cs:colorStyle xmlns:cs="http://schemas.microsoft.com/office/drawing/2012/chartStyle" xmlns:a="http://schemas.openxmlformats.org/drawingml/2006/main" meth="withinLinearReversed" id="24">
  <a:schemeClr val="accent4"/>
</cs:colorStyle>
</file>

<file path=ppt/charts/colors5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6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7.xml><?xml version="1.0" encoding="utf-8"?>
<cs:colorStyle xmlns:cs="http://schemas.microsoft.com/office/drawing/2012/chartStyle" xmlns:a="http://schemas.openxmlformats.org/drawingml/2006/main" meth="withinLinearReversed" id="24">
  <a:schemeClr val="accent4"/>
</cs:colorStyle>
</file>

<file path=ppt/charts/colors8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9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0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F8085C-C8C6-409B-B657-284E0E91FD62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BE9D896-03A6-44A7-85D2-9E5B47E72878}" type="pres">
      <dgm:prSet presAssocID="{BDF8085C-C8C6-409B-B657-284E0E91FD62}" presName="diagram" presStyleCnt="0">
        <dgm:presLayoutVars>
          <dgm:dir/>
          <dgm:resizeHandles val="exact"/>
        </dgm:presLayoutVars>
      </dgm:prSet>
      <dgm:spPr/>
    </dgm:pt>
  </dgm:ptLst>
  <dgm:cxnLst>
    <dgm:cxn modelId="{BA799394-EDE4-468F-803F-C7376B9783A6}" type="presOf" srcId="{BDF8085C-C8C6-409B-B657-284E0E91FD62}" destId="{8BE9D896-03A6-44A7-85D2-9E5B47E72878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A067D9-116D-3843-ABDF-D6546C1962D4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9D21CC-DD94-204E-93C8-E1AAF3084C8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510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486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840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5929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413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2.svg"/><Relationship Id="rId5" Type="http://schemas.openxmlformats.org/officeDocument/2006/relationships/image" Target="../media/image6.svg"/><Relationship Id="rId10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13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5.svg"/><Relationship Id="rId7" Type="http://schemas.openxmlformats.org/officeDocument/2006/relationships/image" Target="../media/image27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6.png"/><Relationship Id="rId11" Type="http://schemas.openxmlformats.org/officeDocument/2006/relationships/image" Target="../media/image31.svg"/><Relationship Id="rId5" Type="http://schemas.openxmlformats.org/officeDocument/2006/relationships/image" Target="../media/image2.svg"/><Relationship Id="rId10" Type="http://schemas.openxmlformats.org/officeDocument/2006/relationships/image" Target="../media/image30.png"/><Relationship Id="rId4" Type="http://schemas.openxmlformats.org/officeDocument/2006/relationships/image" Target="../media/image1.png"/><Relationship Id="rId9" Type="http://schemas.openxmlformats.org/officeDocument/2006/relationships/image" Target="../media/image2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9.svg"/><Relationship Id="rId7" Type="http://schemas.openxmlformats.org/officeDocument/2006/relationships/image" Target="../media/image18.sv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Relationship Id="rId9" Type="http://schemas.openxmlformats.org/officeDocument/2006/relationships/image" Target="../media/image23.sv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B4A24E8-C109-4F3A-CEE5-84689AA13B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0949" b="27959"/>
          <a:stretch>
            <a:fillRect/>
          </a:stretch>
        </p:blipFill>
        <p:spPr>
          <a:xfrm>
            <a:off x="9830598" y="1496755"/>
            <a:ext cx="2361462" cy="5361246"/>
          </a:xfrm>
          <a:custGeom>
            <a:avLst/>
            <a:gdLst>
              <a:gd name="connsiteX0" fmla="*/ 0 w 2361462"/>
              <a:gd name="connsiteY0" fmla="*/ 0 h 5361246"/>
              <a:gd name="connsiteX1" fmla="*/ 2361462 w 2361462"/>
              <a:gd name="connsiteY1" fmla="*/ 0 h 5361246"/>
              <a:gd name="connsiteX2" fmla="*/ 2361462 w 2361462"/>
              <a:gd name="connsiteY2" fmla="*/ 5361246 h 5361246"/>
              <a:gd name="connsiteX3" fmla="*/ 0 w 2361462"/>
              <a:gd name="connsiteY3" fmla="*/ 5361246 h 5361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1462" h="5361246">
                <a:moveTo>
                  <a:pt x="0" y="0"/>
                </a:moveTo>
                <a:lnTo>
                  <a:pt x="2361462" y="0"/>
                </a:lnTo>
                <a:lnTo>
                  <a:pt x="2361462" y="5361246"/>
                </a:lnTo>
                <a:lnTo>
                  <a:pt x="0" y="5361246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9497D1C-2169-2658-B8BB-0495216A4BA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80421" b="19612"/>
          <a:stretch>
            <a:fillRect/>
          </a:stretch>
        </p:blipFill>
        <p:spPr>
          <a:xfrm>
            <a:off x="10352634" y="2036470"/>
            <a:ext cx="1839366" cy="4821530"/>
          </a:xfrm>
          <a:custGeom>
            <a:avLst/>
            <a:gdLst>
              <a:gd name="connsiteX0" fmla="*/ 0 w 1777810"/>
              <a:gd name="connsiteY0" fmla="*/ 0 h 4821530"/>
              <a:gd name="connsiteX1" fmla="*/ 1777810 w 1777810"/>
              <a:gd name="connsiteY1" fmla="*/ 0 h 4821530"/>
              <a:gd name="connsiteX2" fmla="*/ 1777810 w 1777810"/>
              <a:gd name="connsiteY2" fmla="*/ 4821530 h 4821530"/>
              <a:gd name="connsiteX3" fmla="*/ 0 w 1777810"/>
              <a:gd name="connsiteY3" fmla="*/ 4821530 h 4821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7810" h="4821530">
                <a:moveTo>
                  <a:pt x="0" y="0"/>
                </a:moveTo>
                <a:lnTo>
                  <a:pt x="1777810" y="0"/>
                </a:lnTo>
                <a:lnTo>
                  <a:pt x="1777810" y="4821530"/>
                </a:lnTo>
                <a:lnTo>
                  <a:pt x="0" y="4821530"/>
                </a:lnTo>
                <a:close/>
              </a:path>
            </a:pathLst>
          </a:cu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A85067D-406E-8FBD-CAD7-FC3FEDE4100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4427" r="11071"/>
          <a:stretch>
            <a:fillRect/>
          </a:stretch>
        </p:blipFill>
        <p:spPr>
          <a:xfrm>
            <a:off x="1" y="4917240"/>
            <a:ext cx="12192060" cy="522037"/>
          </a:xfrm>
          <a:custGeom>
            <a:avLst/>
            <a:gdLst>
              <a:gd name="connsiteX0" fmla="*/ 0 w 12192060"/>
              <a:gd name="connsiteY0" fmla="*/ 0 h 522037"/>
              <a:gd name="connsiteX1" fmla="*/ 12192060 w 12192060"/>
              <a:gd name="connsiteY1" fmla="*/ 0 h 522037"/>
              <a:gd name="connsiteX2" fmla="*/ 12192060 w 12192060"/>
              <a:gd name="connsiteY2" fmla="*/ 522037 h 522037"/>
              <a:gd name="connsiteX3" fmla="*/ 0 w 12192060"/>
              <a:gd name="connsiteY3" fmla="*/ 522037 h 522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60" h="522037">
                <a:moveTo>
                  <a:pt x="0" y="0"/>
                </a:moveTo>
                <a:lnTo>
                  <a:pt x="12192060" y="0"/>
                </a:lnTo>
                <a:lnTo>
                  <a:pt x="12192060" y="522037"/>
                </a:lnTo>
                <a:lnTo>
                  <a:pt x="0" y="522037"/>
                </a:lnTo>
                <a:close/>
              </a:path>
            </a:pathLst>
          </a:cu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CC84229-A616-7DBF-80DE-339B893E9C3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6010" t="41466"/>
          <a:stretch>
            <a:fillRect/>
          </a:stretch>
        </p:blipFill>
        <p:spPr>
          <a:xfrm>
            <a:off x="2" y="2"/>
            <a:ext cx="3767431" cy="1009819"/>
          </a:xfrm>
          <a:custGeom>
            <a:avLst/>
            <a:gdLst>
              <a:gd name="connsiteX0" fmla="*/ 0 w 3767431"/>
              <a:gd name="connsiteY0" fmla="*/ 0 h 1009819"/>
              <a:gd name="connsiteX1" fmla="*/ 3767431 w 3767431"/>
              <a:gd name="connsiteY1" fmla="*/ 0 h 1009819"/>
              <a:gd name="connsiteX2" fmla="*/ 3767431 w 3767431"/>
              <a:gd name="connsiteY2" fmla="*/ 1009819 h 1009819"/>
              <a:gd name="connsiteX3" fmla="*/ 0 w 3767431"/>
              <a:gd name="connsiteY3" fmla="*/ 1009819 h 100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7431" h="1009819">
                <a:moveTo>
                  <a:pt x="0" y="0"/>
                </a:moveTo>
                <a:lnTo>
                  <a:pt x="3767431" y="0"/>
                </a:lnTo>
                <a:lnTo>
                  <a:pt x="3767431" y="1009819"/>
                </a:lnTo>
                <a:lnTo>
                  <a:pt x="0" y="1009819"/>
                </a:lnTo>
                <a:close/>
              </a:path>
            </a:pathLst>
          </a:cu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FF238C4-81CD-3A8B-6CD4-36EC3C74A82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4427" r="11071"/>
          <a:stretch>
            <a:fillRect/>
          </a:stretch>
        </p:blipFill>
        <p:spPr>
          <a:xfrm>
            <a:off x="1" y="5590419"/>
            <a:ext cx="12192060" cy="522037"/>
          </a:xfrm>
          <a:custGeom>
            <a:avLst/>
            <a:gdLst>
              <a:gd name="connsiteX0" fmla="*/ 0 w 12192060"/>
              <a:gd name="connsiteY0" fmla="*/ 0 h 522037"/>
              <a:gd name="connsiteX1" fmla="*/ 12192060 w 12192060"/>
              <a:gd name="connsiteY1" fmla="*/ 0 h 522037"/>
              <a:gd name="connsiteX2" fmla="*/ 12192060 w 12192060"/>
              <a:gd name="connsiteY2" fmla="*/ 522037 h 522037"/>
              <a:gd name="connsiteX3" fmla="*/ 0 w 12192060"/>
              <a:gd name="connsiteY3" fmla="*/ 522037 h 522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60" h="522037">
                <a:moveTo>
                  <a:pt x="0" y="0"/>
                </a:moveTo>
                <a:lnTo>
                  <a:pt x="12192060" y="0"/>
                </a:lnTo>
                <a:lnTo>
                  <a:pt x="12192060" y="522037"/>
                </a:lnTo>
                <a:lnTo>
                  <a:pt x="0" y="522037"/>
                </a:lnTo>
                <a:close/>
              </a:path>
            </a:pathLst>
          </a:cu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63E3A363-145F-206F-266C-B9E2B0FAB7DD}"/>
              </a:ext>
            </a:extLst>
          </p:cNvPr>
          <p:cNvSpPr/>
          <p:nvPr userDrawn="1"/>
        </p:nvSpPr>
        <p:spPr>
          <a:xfrm>
            <a:off x="9250598" y="471605"/>
            <a:ext cx="2157097" cy="2157097"/>
          </a:xfrm>
          <a:prstGeom prst="ellipse">
            <a:avLst/>
          </a:prstGeom>
          <a:solidFill>
            <a:schemeClr val="accent4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DE02E05-595A-16CF-6266-62538DFC16D0}"/>
              </a:ext>
            </a:extLst>
          </p:cNvPr>
          <p:cNvSpPr/>
          <p:nvPr userDrawn="1"/>
        </p:nvSpPr>
        <p:spPr>
          <a:xfrm>
            <a:off x="7940285" y="4985135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D85649E-04BD-5186-BD79-8AA93DD3249B}"/>
              </a:ext>
            </a:extLst>
          </p:cNvPr>
          <p:cNvSpPr/>
          <p:nvPr userDrawn="1"/>
        </p:nvSpPr>
        <p:spPr>
          <a:xfrm>
            <a:off x="7940285" y="5679283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53DCF60-4DBD-60A8-147B-E448AF1810D5}"/>
              </a:ext>
            </a:extLst>
          </p:cNvPr>
          <p:cNvSpPr/>
          <p:nvPr userDrawn="1"/>
        </p:nvSpPr>
        <p:spPr>
          <a:xfrm>
            <a:off x="2930516" y="246834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9CAD9A-42EA-5081-7FB2-7E583DDE19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4912" y="2359152"/>
            <a:ext cx="6528816" cy="1883664"/>
          </a:xfrm>
        </p:spPr>
        <p:txBody>
          <a:bodyPr anchor="t">
            <a:noAutofit/>
          </a:bodyPr>
          <a:lstStyle>
            <a:lvl1pPr algn="l">
              <a:defRPr sz="5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B3C71F-CB44-ACA0-AF0E-CD2A4DA71F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4912" y="1947672"/>
            <a:ext cx="5943600" cy="41148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0FD1BB09-A7ED-BA2F-D5C0-000FA9FC2469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3498771">
            <a:off x="1238845" y="2129773"/>
            <a:ext cx="1501346" cy="150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755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7F9A3535-D85B-F023-B8C0-28D2FEAAD9E0}"/>
              </a:ext>
            </a:extLst>
          </p:cNvPr>
          <p:cNvGrpSpPr/>
          <p:nvPr userDrawn="1"/>
        </p:nvGrpSpPr>
        <p:grpSpPr>
          <a:xfrm>
            <a:off x="1" y="3827512"/>
            <a:ext cx="12198945" cy="3030489"/>
            <a:chOff x="1" y="3827512"/>
            <a:chExt cx="12198945" cy="3030489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C11C7D54-0954-B838-DA12-86EA86543A54}"/>
                </a:ext>
              </a:extLst>
            </p:cNvPr>
            <p:cNvSpPr/>
            <p:nvPr userDrawn="1"/>
          </p:nvSpPr>
          <p:spPr>
            <a:xfrm>
              <a:off x="11488761" y="5133340"/>
              <a:ext cx="521208" cy="1724660"/>
            </a:xfrm>
            <a:custGeom>
              <a:avLst/>
              <a:gdLst>
                <a:gd name="connsiteX0" fmla="*/ 834 w 513332"/>
                <a:gd name="connsiteY0" fmla="*/ -1393 h 1623974"/>
                <a:gd name="connsiteX1" fmla="*/ 514166 w 513332"/>
                <a:gd name="connsiteY1" fmla="*/ -1393 h 1623974"/>
                <a:gd name="connsiteX2" fmla="*/ 514166 w 513332"/>
                <a:gd name="connsiteY2" fmla="*/ 1622582 h 1623974"/>
                <a:gd name="connsiteX3" fmla="*/ 834 w 513332"/>
                <a:gd name="connsiteY3" fmla="*/ 1622582 h 1623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3332" h="1623974">
                  <a:moveTo>
                    <a:pt x="834" y="-1393"/>
                  </a:moveTo>
                  <a:lnTo>
                    <a:pt x="514166" y="-1393"/>
                  </a:lnTo>
                  <a:lnTo>
                    <a:pt x="514166" y="1622582"/>
                  </a:lnTo>
                  <a:lnTo>
                    <a:pt x="834" y="1622582"/>
                  </a:lnTo>
                  <a:close/>
                </a:path>
              </a:pathLst>
            </a:custGeom>
            <a:solidFill>
              <a:schemeClr val="accent1"/>
            </a:solidFill>
            <a:ln w="282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E49D87C6-232E-E91C-0D76-756637414E8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9291" r="42583" b="30832"/>
            <a:stretch>
              <a:fillRect/>
            </a:stretch>
          </p:blipFill>
          <p:spPr>
            <a:xfrm>
              <a:off x="1" y="3827512"/>
              <a:ext cx="12198945" cy="3030489"/>
            </a:xfrm>
            <a:custGeom>
              <a:avLst/>
              <a:gdLst>
                <a:gd name="connsiteX0" fmla="*/ 0 w 12198945"/>
                <a:gd name="connsiteY0" fmla="*/ 0 h 3030489"/>
                <a:gd name="connsiteX1" fmla="*/ 12198945 w 12198945"/>
                <a:gd name="connsiteY1" fmla="*/ 0 h 3030489"/>
                <a:gd name="connsiteX2" fmla="*/ 12198945 w 12198945"/>
                <a:gd name="connsiteY2" fmla="*/ 1369519 h 3030489"/>
                <a:gd name="connsiteX3" fmla="*/ 11240822 w 12198945"/>
                <a:gd name="connsiteY3" fmla="*/ 1369519 h 3030489"/>
                <a:gd name="connsiteX4" fmla="*/ 11240822 w 12198945"/>
                <a:gd name="connsiteY4" fmla="*/ 3030489 h 3030489"/>
                <a:gd name="connsiteX5" fmla="*/ 0 w 12198945"/>
                <a:gd name="connsiteY5" fmla="*/ 3030489 h 3030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8945" h="3030489">
                  <a:moveTo>
                    <a:pt x="0" y="0"/>
                  </a:moveTo>
                  <a:lnTo>
                    <a:pt x="12198945" y="0"/>
                  </a:lnTo>
                  <a:lnTo>
                    <a:pt x="12198945" y="1369519"/>
                  </a:lnTo>
                  <a:lnTo>
                    <a:pt x="11240822" y="1369519"/>
                  </a:lnTo>
                  <a:lnTo>
                    <a:pt x="11240822" y="3030489"/>
                  </a:lnTo>
                  <a:lnTo>
                    <a:pt x="0" y="3030489"/>
                  </a:lnTo>
                  <a:close/>
                </a:path>
              </a:pathLst>
            </a:cu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2121408"/>
            <a:ext cx="6510528" cy="3578352"/>
          </a:xfrm>
        </p:spPr>
        <p:txBody>
          <a:bodyPr/>
          <a:lstStyle>
            <a:lvl1pPr marL="0" indent="0">
              <a:buNone/>
              <a:defRPr sz="1800"/>
            </a:lvl1pPr>
            <a:lvl2pPr marL="283464">
              <a:defRPr sz="1800"/>
            </a:lvl2pPr>
            <a:lvl3pPr marL="566928">
              <a:defRPr sz="1600"/>
            </a:lvl3pPr>
            <a:lvl4pPr marL="758952">
              <a:defRPr sz="1400"/>
            </a:lvl4pPr>
            <a:lvl5pPr marL="1042416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3602100-4B1B-08F9-3FE3-A39515512D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11" name="Freeform 65">
            <a:extLst>
              <a:ext uri="{FF2B5EF4-FFF2-40B4-BE49-F238E27FC236}">
                <a16:creationId xmlns:a16="http://schemas.microsoft.com/office/drawing/2014/main" id="{232AA84F-639D-A24B-BB67-2694CC069C65}"/>
              </a:ext>
            </a:extLst>
          </p:cNvPr>
          <p:cNvSpPr/>
          <p:nvPr/>
        </p:nvSpPr>
        <p:spPr>
          <a:xfrm>
            <a:off x="838989" y="5178370"/>
            <a:ext cx="2157098" cy="1679630"/>
          </a:xfrm>
          <a:custGeom>
            <a:avLst/>
            <a:gdLst>
              <a:gd name="connsiteX0" fmla="*/ 1078549 w 2157098"/>
              <a:gd name="connsiteY0" fmla="*/ 0 h 1679630"/>
              <a:gd name="connsiteX1" fmla="*/ 2157098 w 2157098"/>
              <a:gd name="connsiteY1" fmla="*/ 1078549 h 1679630"/>
              <a:gd name="connsiteX2" fmla="*/ 2072341 w 2157098"/>
              <a:gd name="connsiteY2" fmla="*/ 1498369 h 1679630"/>
              <a:gd name="connsiteX3" fmla="*/ 1973955 w 2157098"/>
              <a:gd name="connsiteY3" fmla="*/ 1679630 h 1679630"/>
              <a:gd name="connsiteX4" fmla="*/ 183143 w 2157098"/>
              <a:gd name="connsiteY4" fmla="*/ 1679630 h 1679630"/>
              <a:gd name="connsiteX5" fmla="*/ 84758 w 2157098"/>
              <a:gd name="connsiteY5" fmla="*/ 1498369 h 1679630"/>
              <a:gd name="connsiteX6" fmla="*/ 0 w 2157098"/>
              <a:gd name="connsiteY6" fmla="*/ 1078549 h 1679630"/>
              <a:gd name="connsiteX7" fmla="*/ 1078549 w 2157098"/>
              <a:gd name="connsiteY7" fmla="*/ 0 h 1679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57098" h="1679630">
                <a:moveTo>
                  <a:pt x="1078549" y="0"/>
                </a:moveTo>
                <a:cubicBezTo>
                  <a:pt x="1674215" y="0"/>
                  <a:pt x="2157098" y="482883"/>
                  <a:pt x="2157098" y="1078549"/>
                </a:cubicBezTo>
                <a:cubicBezTo>
                  <a:pt x="2157098" y="1227466"/>
                  <a:pt x="2126918" y="1369333"/>
                  <a:pt x="2072341" y="1498369"/>
                </a:cubicBezTo>
                <a:lnTo>
                  <a:pt x="1973955" y="1679630"/>
                </a:lnTo>
                <a:lnTo>
                  <a:pt x="183143" y="1679630"/>
                </a:lnTo>
                <a:lnTo>
                  <a:pt x="84758" y="1498369"/>
                </a:lnTo>
                <a:cubicBezTo>
                  <a:pt x="30180" y="1369333"/>
                  <a:pt x="0" y="1227466"/>
                  <a:pt x="0" y="1078549"/>
                </a:cubicBezTo>
                <a:cubicBezTo>
                  <a:pt x="0" y="482883"/>
                  <a:pt x="482883" y="0"/>
                  <a:pt x="1078549" y="0"/>
                </a:cubicBezTo>
                <a:close/>
              </a:path>
            </a:pathLst>
          </a:custGeom>
          <a:solidFill>
            <a:schemeClr val="accent4">
              <a:alpha val="8321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39B8E7B-82C3-F9D6-9E34-8F76C40C8539}"/>
              </a:ext>
            </a:extLst>
          </p:cNvPr>
          <p:cNvSpPr/>
          <p:nvPr/>
        </p:nvSpPr>
        <p:spPr>
          <a:xfrm>
            <a:off x="9626717" y="4990918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Footer Placeholder 59">
            <a:extLst>
              <a:ext uri="{FF2B5EF4-FFF2-40B4-BE49-F238E27FC236}">
                <a16:creationId xmlns:a16="http://schemas.microsoft.com/office/drawing/2014/main" id="{EACDB755-CEBA-6C68-443D-525463E80DA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1" name="Slide Number Placeholder 60">
            <a:extLst>
              <a:ext uri="{FF2B5EF4-FFF2-40B4-BE49-F238E27FC236}">
                <a16:creationId xmlns:a16="http://schemas.microsoft.com/office/drawing/2014/main" id="{307D0F4E-2944-C947-2B6E-0547303F25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239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438912"/>
            <a:ext cx="8762246" cy="1325880"/>
          </a:xfrm>
        </p:spPr>
        <p:txBody>
          <a:bodyPr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596636-128C-4D64-E63E-16619F5CDF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892808"/>
            <a:ext cx="8659368" cy="749808"/>
          </a:xfrm>
          <a:solidFill>
            <a:schemeClr val="accent1">
              <a:lumMod val="75000"/>
            </a:schemeClr>
          </a:solidFill>
        </p:spPr>
        <p:txBody>
          <a:bodyPr lIns="713232" anchor="ctr">
            <a:noAutofit/>
          </a:bodyPr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5E065C5-B7CB-9146-3A7C-A6F39CA9B2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83880" y="1792224"/>
            <a:ext cx="960120" cy="96012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D0306DB-B174-37A8-719D-C89F9EE118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2891790"/>
            <a:ext cx="8659368" cy="749808"/>
          </a:xfrm>
          <a:solidFill>
            <a:schemeClr val="accent2">
              <a:lumMod val="75000"/>
            </a:schemeClr>
          </a:solidFill>
        </p:spPr>
        <p:txBody>
          <a:bodyPr lIns="713232" anchor="ctr">
            <a:noAutofit/>
          </a:bodyPr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D80DBC95-A30E-E3C3-6A02-0DE7F6995B6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83880" y="2784348"/>
            <a:ext cx="960120" cy="9601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FF0762B-1AD3-943D-F4CC-9D5CF57405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3890772"/>
            <a:ext cx="8659368" cy="749808"/>
          </a:xfrm>
          <a:solidFill>
            <a:schemeClr val="accent4">
              <a:lumMod val="75000"/>
            </a:schemeClr>
          </a:solidFill>
        </p:spPr>
        <p:txBody>
          <a:bodyPr lIns="713232" anchor="ctr">
            <a:noAutofit/>
          </a:bodyPr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51060427-2619-E83D-D977-65854C7AA3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83880" y="3776472"/>
            <a:ext cx="960120" cy="96012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B28E366-646A-5633-0E0C-1BB99B27FDD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4889754"/>
            <a:ext cx="8659368" cy="749808"/>
          </a:xfrm>
          <a:solidFill>
            <a:schemeClr val="tx1">
              <a:lumMod val="90000"/>
              <a:lumOff val="10000"/>
            </a:schemeClr>
          </a:solidFill>
        </p:spPr>
        <p:txBody>
          <a:bodyPr lIns="713232" anchor="ctr">
            <a:noAutofit/>
          </a:bodyPr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2A38A746-8D71-1D08-BD7B-347D1E5985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3880" y="4768596"/>
            <a:ext cx="960120" cy="960120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CB500DDB-4549-EAE1-1AA8-DBD382D2B9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5888736"/>
            <a:ext cx="8659368" cy="749808"/>
          </a:xfrm>
          <a:solidFill>
            <a:schemeClr val="accent3">
              <a:lumMod val="75000"/>
            </a:schemeClr>
          </a:solidFill>
        </p:spPr>
        <p:txBody>
          <a:bodyPr lIns="713232" anchor="ctr">
            <a:noAutofit/>
          </a:bodyPr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EC619F49-49DD-DF7B-37A0-6104FF3C2B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83880" y="5760720"/>
            <a:ext cx="960120" cy="96012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161961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 hidden="1">
            <a:extLst>
              <a:ext uri="{FF2B5EF4-FFF2-40B4-BE49-F238E27FC236}">
                <a16:creationId xmlns:a16="http://schemas.microsoft.com/office/drawing/2014/main" id="{25EA7C35-FF1A-FBFD-05A2-718EB0D16B65}"/>
              </a:ext>
            </a:extLst>
          </p:cNvPr>
          <p:cNvSpPr/>
          <p:nvPr/>
        </p:nvSpPr>
        <p:spPr>
          <a:xfrm>
            <a:off x="233681" y="2011679"/>
            <a:ext cx="3195438" cy="3286867"/>
          </a:xfrm>
          <a:custGeom>
            <a:avLst/>
            <a:gdLst>
              <a:gd name="connsiteX0" fmla="*/ 2213 w 9357201"/>
              <a:gd name="connsiteY0" fmla="*/ -650 h 3276674"/>
              <a:gd name="connsiteX1" fmla="*/ 8009370 w 9357201"/>
              <a:gd name="connsiteY1" fmla="*/ -650 h 3276674"/>
              <a:gd name="connsiteX2" fmla="*/ 9359415 w 9357201"/>
              <a:gd name="connsiteY2" fmla="*/ 1355860 h 3276674"/>
              <a:gd name="connsiteX3" fmla="*/ 9359415 w 9357201"/>
              <a:gd name="connsiteY3" fmla="*/ 3276024 h 3276674"/>
              <a:gd name="connsiteX0" fmla="*/ 0 w 9357202"/>
              <a:gd name="connsiteY0" fmla="*/ 33 h 3276707"/>
              <a:gd name="connsiteX1" fmla="*/ 5765524 w 9357202"/>
              <a:gd name="connsiteY1" fmla="*/ 0 h 3276707"/>
              <a:gd name="connsiteX2" fmla="*/ 8007157 w 9357202"/>
              <a:gd name="connsiteY2" fmla="*/ 33 h 3276707"/>
              <a:gd name="connsiteX3" fmla="*/ 9357202 w 9357202"/>
              <a:gd name="connsiteY3" fmla="*/ 1356543 h 3276707"/>
              <a:gd name="connsiteX4" fmla="*/ 9357202 w 9357202"/>
              <a:gd name="connsiteY4" fmla="*/ 3276707 h 3276707"/>
              <a:gd name="connsiteX0" fmla="*/ 0 w 3591678"/>
              <a:gd name="connsiteY0" fmla="*/ 0 h 3276707"/>
              <a:gd name="connsiteX1" fmla="*/ 2241633 w 3591678"/>
              <a:gd name="connsiteY1" fmla="*/ 33 h 3276707"/>
              <a:gd name="connsiteX2" fmla="*/ 3591678 w 3591678"/>
              <a:gd name="connsiteY2" fmla="*/ 1356543 h 3276707"/>
              <a:gd name="connsiteX3" fmla="*/ 3591678 w 3591678"/>
              <a:gd name="connsiteY3" fmla="*/ 3276707 h 3276707"/>
              <a:gd name="connsiteX0" fmla="*/ 0 w 3408798"/>
              <a:gd name="connsiteY0" fmla="*/ 0 h 3276707"/>
              <a:gd name="connsiteX1" fmla="*/ 2058753 w 3408798"/>
              <a:gd name="connsiteY1" fmla="*/ 33 h 3276707"/>
              <a:gd name="connsiteX2" fmla="*/ 3408798 w 3408798"/>
              <a:gd name="connsiteY2" fmla="*/ 1356543 h 3276707"/>
              <a:gd name="connsiteX3" fmla="*/ 3408798 w 3408798"/>
              <a:gd name="connsiteY3" fmla="*/ 3276707 h 3276707"/>
              <a:gd name="connsiteX0" fmla="*/ 0 w 3225918"/>
              <a:gd name="connsiteY0" fmla="*/ 0 h 3286867"/>
              <a:gd name="connsiteX1" fmla="*/ 1875873 w 3225918"/>
              <a:gd name="connsiteY1" fmla="*/ 10193 h 3286867"/>
              <a:gd name="connsiteX2" fmla="*/ 3225918 w 3225918"/>
              <a:gd name="connsiteY2" fmla="*/ 1366703 h 3286867"/>
              <a:gd name="connsiteX3" fmla="*/ 3225918 w 3225918"/>
              <a:gd name="connsiteY3" fmla="*/ 3286867 h 3286867"/>
              <a:gd name="connsiteX0" fmla="*/ 0 w 3195438"/>
              <a:gd name="connsiteY0" fmla="*/ 0 h 3286867"/>
              <a:gd name="connsiteX1" fmla="*/ 1845393 w 3195438"/>
              <a:gd name="connsiteY1" fmla="*/ 10193 h 3286867"/>
              <a:gd name="connsiteX2" fmla="*/ 3195438 w 3195438"/>
              <a:gd name="connsiteY2" fmla="*/ 1366703 h 3286867"/>
              <a:gd name="connsiteX3" fmla="*/ 3195438 w 3195438"/>
              <a:gd name="connsiteY3" fmla="*/ 3286867 h 3286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5438" h="3286867">
                <a:moveTo>
                  <a:pt x="0" y="0"/>
                </a:moveTo>
                <a:lnTo>
                  <a:pt x="1845393" y="10193"/>
                </a:lnTo>
                <a:cubicBezTo>
                  <a:pt x="2591000" y="10193"/>
                  <a:pt x="3195438" y="617523"/>
                  <a:pt x="3195438" y="1366703"/>
                </a:cubicBezTo>
                <a:lnTo>
                  <a:pt x="3195438" y="3286867"/>
                </a:lnTo>
              </a:path>
            </a:pathLst>
          </a:custGeom>
          <a:noFill/>
          <a:ln w="510466" cap="sq">
            <a:solidFill>
              <a:srgbClr val="00AA59"/>
            </a:solidFill>
            <a:prstDash val="solid"/>
            <a:round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4" name="Freeform: Shape 23" hidden="1">
            <a:extLst>
              <a:ext uri="{FF2B5EF4-FFF2-40B4-BE49-F238E27FC236}">
                <a16:creationId xmlns:a16="http://schemas.microsoft.com/office/drawing/2014/main" id="{B09E8213-E4A1-3E30-9198-8B68ABEE82B8}"/>
              </a:ext>
            </a:extLst>
          </p:cNvPr>
          <p:cNvSpPr/>
          <p:nvPr/>
        </p:nvSpPr>
        <p:spPr>
          <a:xfrm>
            <a:off x="3429117" y="4725899"/>
            <a:ext cx="8510941" cy="1366196"/>
          </a:xfrm>
          <a:custGeom>
            <a:avLst/>
            <a:gdLst>
              <a:gd name="connsiteX0" fmla="*/ 10980107 w 10977893"/>
              <a:gd name="connsiteY0" fmla="*/ -650 h 1365979"/>
              <a:gd name="connsiteX1" fmla="*/ 10980107 w 10977893"/>
              <a:gd name="connsiteY1" fmla="*/ 789104 h 1365979"/>
              <a:gd name="connsiteX2" fmla="*/ 10357989 w 10977893"/>
              <a:gd name="connsiteY2" fmla="*/ 1365329 h 1365979"/>
              <a:gd name="connsiteX3" fmla="*/ 624331 w 10977893"/>
              <a:gd name="connsiteY3" fmla="*/ 1365329 h 1365979"/>
              <a:gd name="connsiteX4" fmla="*/ 2213 w 10977893"/>
              <a:gd name="connsiteY4" fmla="*/ 789104 h 1365979"/>
              <a:gd name="connsiteX5" fmla="*/ 2213 w 10977893"/>
              <a:gd name="connsiteY5" fmla="*/ -650 h 1365979"/>
              <a:gd name="connsiteX0" fmla="*/ 10977894 w 10977894"/>
              <a:gd name="connsiteY0" fmla="*/ 0 h 1365979"/>
              <a:gd name="connsiteX1" fmla="*/ 10977894 w 10977894"/>
              <a:gd name="connsiteY1" fmla="*/ 789754 h 1365979"/>
              <a:gd name="connsiteX2" fmla="*/ 10355776 w 10977894"/>
              <a:gd name="connsiteY2" fmla="*/ 1365979 h 1365979"/>
              <a:gd name="connsiteX3" fmla="*/ 8724301 w 10977894"/>
              <a:gd name="connsiteY3" fmla="*/ 1362386 h 1365979"/>
              <a:gd name="connsiteX4" fmla="*/ 622118 w 10977894"/>
              <a:gd name="connsiteY4" fmla="*/ 1365979 h 1365979"/>
              <a:gd name="connsiteX5" fmla="*/ 0 w 10977894"/>
              <a:gd name="connsiteY5" fmla="*/ 789754 h 1365979"/>
              <a:gd name="connsiteX6" fmla="*/ 0 w 10977894"/>
              <a:gd name="connsiteY6" fmla="*/ 0 h 1365979"/>
              <a:gd name="connsiteX0" fmla="*/ 10977894 w 10977894"/>
              <a:gd name="connsiteY0" fmla="*/ 789754 h 1365979"/>
              <a:gd name="connsiteX1" fmla="*/ 10355776 w 10977894"/>
              <a:gd name="connsiteY1" fmla="*/ 1365979 h 1365979"/>
              <a:gd name="connsiteX2" fmla="*/ 8724301 w 10977894"/>
              <a:gd name="connsiteY2" fmla="*/ 1362386 h 1365979"/>
              <a:gd name="connsiteX3" fmla="*/ 622118 w 10977894"/>
              <a:gd name="connsiteY3" fmla="*/ 1365979 h 1365979"/>
              <a:gd name="connsiteX4" fmla="*/ 0 w 10977894"/>
              <a:gd name="connsiteY4" fmla="*/ 789754 h 1365979"/>
              <a:gd name="connsiteX5" fmla="*/ 0 w 10977894"/>
              <a:gd name="connsiteY5" fmla="*/ 0 h 1365979"/>
              <a:gd name="connsiteX0" fmla="*/ 10355776 w 10355776"/>
              <a:gd name="connsiteY0" fmla="*/ 1365979 h 1365979"/>
              <a:gd name="connsiteX1" fmla="*/ 8724301 w 10355776"/>
              <a:gd name="connsiteY1" fmla="*/ 1362386 h 1365979"/>
              <a:gd name="connsiteX2" fmla="*/ 622118 w 10355776"/>
              <a:gd name="connsiteY2" fmla="*/ 1365979 h 1365979"/>
              <a:gd name="connsiteX3" fmla="*/ 0 w 10355776"/>
              <a:gd name="connsiteY3" fmla="*/ 789754 h 1365979"/>
              <a:gd name="connsiteX4" fmla="*/ 0 w 10355776"/>
              <a:gd name="connsiteY4" fmla="*/ 0 h 1365979"/>
              <a:gd name="connsiteX0" fmla="*/ 8724301 w 8724301"/>
              <a:gd name="connsiteY0" fmla="*/ 1362386 h 1365979"/>
              <a:gd name="connsiteX1" fmla="*/ 622118 w 8724301"/>
              <a:gd name="connsiteY1" fmla="*/ 1365979 h 1365979"/>
              <a:gd name="connsiteX2" fmla="*/ 0 w 8724301"/>
              <a:gd name="connsiteY2" fmla="*/ 789754 h 1365979"/>
              <a:gd name="connsiteX3" fmla="*/ 0 w 8724301"/>
              <a:gd name="connsiteY3" fmla="*/ 0 h 1365979"/>
              <a:gd name="connsiteX0" fmla="*/ 8510941 w 8510941"/>
              <a:gd name="connsiteY0" fmla="*/ 1366196 h 1366196"/>
              <a:gd name="connsiteX1" fmla="*/ 622118 w 8510941"/>
              <a:gd name="connsiteY1" fmla="*/ 1365979 h 1366196"/>
              <a:gd name="connsiteX2" fmla="*/ 0 w 8510941"/>
              <a:gd name="connsiteY2" fmla="*/ 789754 h 1366196"/>
              <a:gd name="connsiteX3" fmla="*/ 0 w 8510941"/>
              <a:gd name="connsiteY3" fmla="*/ 0 h 1366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10941" h="1366196">
                <a:moveTo>
                  <a:pt x="8510941" y="1366196"/>
                </a:moveTo>
                <a:lnTo>
                  <a:pt x="622118" y="1365979"/>
                </a:lnTo>
                <a:cubicBezTo>
                  <a:pt x="278520" y="1365979"/>
                  <a:pt x="0" y="1107979"/>
                  <a:pt x="0" y="789754"/>
                </a:cubicBezTo>
                <a:lnTo>
                  <a:pt x="0" y="0"/>
                </a:lnTo>
              </a:path>
            </a:pathLst>
          </a:custGeom>
          <a:noFill/>
          <a:ln w="510466" cap="sq">
            <a:solidFill>
              <a:srgbClr val="00AA59"/>
            </a:solidFill>
            <a:prstDash val="solid"/>
            <a:round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A67CFF6C-EDBA-8B95-5C93-0B4BB5939B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507" r="12032"/>
          <a:stretch/>
        </p:blipFill>
        <p:spPr>
          <a:xfrm>
            <a:off x="0" y="1779373"/>
            <a:ext cx="12192000" cy="4583992"/>
          </a:xfrm>
          <a:custGeom>
            <a:avLst/>
            <a:gdLst>
              <a:gd name="connsiteX0" fmla="*/ 0 w 12192000"/>
              <a:gd name="connsiteY0" fmla="*/ 0 h 4583992"/>
              <a:gd name="connsiteX1" fmla="*/ 12192000 w 12192000"/>
              <a:gd name="connsiteY1" fmla="*/ 0 h 4583992"/>
              <a:gd name="connsiteX2" fmla="*/ 12192000 w 12192000"/>
              <a:gd name="connsiteY2" fmla="*/ 2190264 h 4583992"/>
              <a:gd name="connsiteX3" fmla="*/ 12187938 w 12192000"/>
              <a:gd name="connsiteY3" fmla="*/ 2190264 h 4583992"/>
              <a:gd name="connsiteX4" fmla="*/ 12187938 w 12192000"/>
              <a:gd name="connsiteY4" fmla="*/ 4583992 h 4583992"/>
              <a:gd name="connsiteX5" fmla="*/ 0 w 12192000"/>
              <a:gd name="connsiteY5" fmla="*/ 4583992 h 4583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4583992">
                <a:moveTo>
                  <a:pt x="0" y="0"/>
                </a:moveTo>
                <a:lnTo>
                  <a:pt x="12192000" y="0"/>
                </a:lnTo>
                <a:lnTo>
                  <a:pt x="12192000" y="2190264"/>
                </a:lnTo>
                <a:lnTo>
                  <a:pt x="12187938" y="2190264"/>
                </a:lnTo>
                <a:lnTo>
                  <a:pt x="12187938" y="4583992"/>
                </a:lnTo>
                <a:lnTo>
                  <a:pt x="0" y="4583992"/>
                </a:lnTo>
                <a:close/>
              </a:path>
            </a:pathLst>
          </a:cu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1FEFD686-81C7-A517-F1C0-0C3D3EF340F2}"/>
              </a:ext>
            </a:extLst>
          </p:cNvPr>
          <p:cNvSpPr/>
          <p:nvPr/>
        </p:nvSpPr>
        <p:spPr>
          <a:xfrm>
            <a:off x="767250" y="3628115"/>
            <a:ext cx="1628275" cy="1628275"/>
          </a:xfrm>
          <a:prstGeom prst="ellipse">
            <a:avLst/>
          </a:prstGeom>
          <a:solidFill>
            <a:schemeClr val="accent4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032612E-888F-3F52-2DF9-1A7FC1C338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707"/>
          <a:stretch>
            <a:fillRect/>
          </a:stretch>
        </p:blipFill>
        <p:spPr>
          <a:xfrm>
            <a:off x="5315713" y="5020135"/>
            <a:ext cx="6718341" cy="1871772"/>
          </a:xfrm>
          <a:custGeom>
            <a:avLst/>
            <a:gdLst>
              <a:gd name="connsiteX0" fmla="*/ 0 w 6718341"/>
              <a:gd name="connsiteY0" fmla="*/ 0 h 1871772"/>
              <a:gd name="connsiteX1" fmla="*/ 6718341 w 6718341"/>
              <a:gd name="connsiteY1" fmla="*/ 0 h 1871772"/>
              <a:gd name="connsiteX2" fmla="*/ 6718341 w 6718341"/>
              <a:gd name="connsiteY2" fmla="*/ 1871772 h 1871772"/>
              <a:gd name="connsiteX3" fmla="*/ 0 w 6718341"/>
              <a:gd name="connsiteY3" fmla="*/ 1871772 h 1871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18341" h="1871772">
                <a:moveTo>
                  <a:pt x="0" y="0"/>
                </a:moveTo>
                <a:lnTo>
                  <a:pt x="6718341" y="0"/>
                </a:lnTo>
                <a:lnTo>
                  <a:pt x="6718341" y="1871772"/>
                </a:lnTo>
                <a:lnTo>
                  <a:pt x="0" y="1871772"/>
                </a:lnTo>
                <a:close/>
              </a:path>
            </a:pathLst>
          </a:cu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3CA6479C-DB58-C182-DA46-646A89A79A6F}"/>
              </a:ext>
            </a:extLst>
          </p:cNvPr>
          <p:cNvSpPr/>
          <p:nvPr/>
        </p:nvSpPr>
        <p:spPr>
          <a:xfrm>
            <a:off x="11469607" y="5904458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40F0BF7-907A-B0C3-5845-78EDA851891C}"/>
              </a:ext>
            </a:extLst>
          </p:cNvPr>
          <p:cNvSpPr/>
          <p:nvPr/>
        </p:nvSpPr>
        <p:spPr>
          <a:xfrm>
            <a:off x="3000866" y="2411479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5D287EAB-26E8-C8AF-6CB0-D37B7CB370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4165" t="77500"/>
          <a:stretch>
            <a:fillRect/>
          </a:stretch>
        </p:blipFill>
        <p:spPr>
          <a:xfrm flipH="1">
            <a:off x="7732665" y="0"/>
            <a:ext cx="4459335" cy="1543022"/>
          </a:xfrm>
          <a:custGeom>
            <a:avLst/>
            <a:gdLst>
              <a:gd name="connsiteX0" fmla="*/ 0 w 4459335"/>
              <a:gd name="connsiteY0" fmla="*/ 0 h 1543022"/>
              <a:gd name="connsiteX1" fmla="*/ 4459335 w 4459335"/>
              <a:gd name="connsiteY1" fmla="*/ 0 h 1543022"/>
              <a:gd name="connsiteX2" fmla="*/ 4459335 w 4459335"/>
              <a:gd name="connsiteY2" fmla="*/ 1543022 h 1543022"/>
              <a:gd name="connsiteX3" fmla="*/ 0 w 4459335"/>
              <a:gd name="connsiteY3" fmla="*/ 1543022 h 1543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335" h="1543022">
                <a:moveTo>
                  <a:pt x="0" y="0"/>
                </a:moveTo>
                <a:lnTo>
                  <a:pt x="4459335" y="0"/>
                </a:lnTo>
                <a:lnTo>
                  <a:pt x="4459335" y="1543022"/>
                </a:lnTo>
                <a:lnTo>
                  <a:pt x="0" y="1543022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F5323F-6D74-29FA-F04C-027DF2809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744" y="2304288"/>
            <a:ext cx="5513832" cy="2432304"/>
          </a:xfrm>
        </p:spPr>
        <p:txBody>
          <a:bodyPr anchor="t">
            <a:no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54F95-4CC9-871D-2B3D-873AB0B21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52744" y="1885193"/>
            <a:ext cx="5943600" cy="41148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1099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-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36" y="722376"/>
            <a:ext cx="8870656" cy="76498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2404872"/>
            <a:ext cx="10716768" cy="36301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33A32FC-3A65-2B5F-2625-0FE903CD37D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DFD42C5-F2A8-2017-93FA-4A8F8A7CB7B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168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-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raphic 38">
            <a:extLst>
              <a:ext uri="{FF2B5EF4-FFF2-40B4-BE49-F238E27FC236}">
                <a16:creationId xmlns:a16="http://schemas.microsoft.com/office/drawing/2014/main" id="{0FA7F5A0-ECAD-A574-6649-C548018706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6427" r="82873"/>
          <a:stretch>
            <a:fillRect/>
          </a:stretch>
        </p:blipFill>
        <p:spPr>
          <a:xfrm>
            <a:off x="9233628" y="1"/>
            <a:ext cx="2958372" cy="6105105"/>
          </a:xfrm>
          <a:custGeom>
            <a:avLst/>
            <a:gdLst>
              <a:gd name="connsiteX0" fmla="*/ 0 w 2958372"/>
              <a:gd name="connsiteY0" fmla="*/ 0 h 6105105"/>
              <a:gd name="connsiteX1" fmla="*/ 2958372 w 2958372"/>
              <a:gd name="connsiteY1" fmla="*/ 0 h 6105105"/>
              <a:gd name="connsiteX2" fmla="*/ 2958372 w 2958372"/>
              <a:gd name="connsiteY2" fmla="*/ 6105105 h 6105105"/>
              <a:gd name="connsiteX3" fmla="*/ 0 w 2958372"/>
              <a:gd name="connsiteY3" fmla="*/ 6105105 h 6105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58372" h="6105105">
                <a:moveTo>
                  <a:pt x="0" y="0"/>
                </a:moveTo>
                <a:lnTo>
                  <a:pt x="2958372" y="0"/>
                </a:lnTo>
                <a:lnTo>
                  <a:pt x="2958372" y="6105105"/>
                </a:lnTo>
                <a:lnTo>
                  <a:pt x="0" y="6105105"/>
                </a:lnTo>
                <a:close/>
              </a:path>
            </a:pathLst>
          </a:cu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98CD520B-B465-7A6D-37C4-8A060446902D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C4684B3-A8D3-6A9A-C264-95DFAD1C3FCE}"/>
              </a:ext>
            </a:extLst>
          </p:cNvPr>
          <p:cNvSpPr/>
          <p:nvPr/>
        </p:nvSpPr>
        <p:spPr>
          <a:xfrm>
            <a:off x="9300014" y="2633978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36" y="722376"/>
            <a:ext cx="8870656" cy="76498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2221992"/>
            <a:ext cx="8284464" cy="3986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1E68FE-16F1-5C98-AEF6-0EAB9EA632CA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Footer Placeholder 39">
            <a:extLst>
              <a:ext uri="{FF2B5EF4-FFF2-40B4-BE49-F238E27FC236}">
                <a16:creationId xmlns:a16="http://schemas.microsoft.com/office/drawing/2014/main" id="{8727F01E-45EF-F70F-2A04-1EA69A24634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C388A650-32E8-11EC-26EE-D260D1953D5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136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raphic 76">
            <a:extLst>
              <a:ext uri="{FF2B5EF4-FFF2-40B4-BE49-F238E27FC236}">
                <a16:creationId xmlns:a16="http://schemas.microsoft.com/office/drawing/2014/main" id="{527CC80A-3410-5824-B06B-C4176A6BF4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145" t="-169" r="45423" b="28675"/>
          <a:stretch/>
        </p:blipFill>
        <p:spPr>
          <a:xfrm>
            <a:off x="-1" y="3467101"/>
            <a:ext cx="12192001" cy="3390899"/>
          </a:xfrm>
          <a:custGeom>
            <a:avLst/>
            <a:gdLst>
              <a:gd name="connsiteX0" fmla="*/ 0 w 12192001"/>
              <a:gd name="connsiteY0" fmla="*/ 0 h 3390899"/>
              <a:gd name="connsiteX1" fmla="*/ 12192001 w 12192001"/>
              <a:gd name="connsiteY1" fmla="*/ 0 h 3390899"/>
              <a:gd name="connsiteX2" fmla="*/ 12192001 w 12192001"/>
              <a:gd name="connsiteY2" fmla="*/ 2324100 h 3390899"/>
              <a:gd name="connsiteX3" fmla="*/ 12192001 w 12192001"/>
              <a:gd name="connsiteY3" fmla="*/ 3390899 h 3390899"/>
              <a:gd name="connsiteX4" fmla="*/ 0 w 12192001"/>
              <a:gd name="connsiteY4" fmla="*/ 3390899 h 3390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1" h="3390899">
                <a:moveTo>
                  <a:pt x="0" y="0"/>
                </a:moveTo>
                <a:lnTo>
                  <a:pt x="12192001" y="0"/>
                </a:lnTo>
                <a:lnTo>
                  <a:pt x="12192001" y="2324100"/>
                </a:lnTo>
                <a:lnTo>
                  <a:pt x="12192001" y="3390899"/>
                </a:lnTo>
                <a:lnTo>
                  <a:pt x="0" y="3390899"/>
                </a:lnTo>
                <a:close/>
              </a:path>
            </a:pathLst>
          </a:custGeom>
        </p:spPr>
      </p:pic>
      <p:sp>
        <p:nvSpPr>
          <p:cNvPr id="53" name="Title 1">
            <a:extLst>
              <a:ext uri="{FF2B5EF4-FFF2-40B4-BE49-F238E27FC236}">
                <a16:creationId xmlns:a16="http://schemas.microsoft.com/office/drawing/2014/main" id="{CB607447-86F1-863F-176B-E0B78D243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16152"/>
            <a:ext cx="8951976" cy="3191256"/>
          </a:xfrm>
        </p:spPr>
        <p:txBody>
          <a:bodyPr anchor="t">
            <a:noAutofit/>
          </a:bodyPr>
          <a:lstStyle>
            <a:lvl1pPr>
              <a:defRPr sz="5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7" name="Graphic 12">
            <a:extLst>
              <a:ext uri="{FF2B5EF4-FFF2-40B4-BE49-F238E27FC236}">
                <a16:creationId xmlns:a16="http://schemas.microsoft.com/office/drawing/2014/main" id="{E5105AB7-2E65-757B-FF2B-CFE19C5C87B7}"/>
              </a:ext>
            </a:extLst>
          </p:cNvPr>
          <p:cNvSpPr/>
          <p:nvPr userDrawn="1"/>
        </p:nvSpPr>
        <p:spPr>
          <a:xfrm rot="5400000" flipV="1">
            <a:off x="8634864" y="3426822"/>
            <a:ext cx="6355080" cy="2810"/>
          </a:xfrm>
          <a:custGeom>
            <a:avLst/>
            <a:gdLst>
              <a:gd name="connsiteX0" fmla="*/ 13912003 w 13911910"/>
              <a:gd name="connsiteY0" fmla="*/ 95 h 2810"/>
              <a:gd name="connsiteX1" fmla="*/ 93 w 13911910"/>
              <a:gd name="connsiteY1" fmla="*/ 95 h 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911910" h="2810">
                <a:moveTo>
                  <a:pt x="13912003" y="95"/>
                </a:moveTo>
                <a:lnTo>
                  <a:pt x="93" y="95"/>
                </a:lnTo>
              </a:path>
            </a:pathLst>
          </a:custGeom>
          <a:noFill/>
          <a:ln w="508812" cap="sq">
            <a:solidFill>
              <a:schemeClr val="accent3">
                <a:alpha val="84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9" name="Graphic 12">
            <a:extLst>
              <a:ext uri="{FF2B5EF4-FFF2-40B4-BE49-F238E27FC236}">
                <a16:creationId xmlns:a16="http://schemas.microsoft.com/office/drawing/2014/main" id="{ECA42036-662E-03F7-941F-EDA42BEA5EDE}"/>
              </a:ext>
            </a:extLst>
          </p:cNvPr>
          <p:cNvSpPr/>
          <p:nvPr userDrawn="1"/>
        </p:nvSpPr>
        <p:spPr>
          <a:xfrm rot="5400000" flipV="1">
            <a:off x="7913504" y="3426822"/>
            <a:ext cx="6355080" cy="2810"/>
          </a:xfrm>
          <a:custGeom>
            <a:avLst/>
            <a:gdLst>
              <a:gd name="connsiteX0" fmla="*/ 13912003 w 13911910"/>
              <a:gd name="connsiteY0" fmla="*/ 95 h 2810"/>
              <a:gd name="connsiteX1" fmla="*/ 93 w 13911910"/>
              <a:gd name="connsiteY1" fmla="*/ 95 h 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911910" h="2810">
                <a:moveTo>
                  <a:pt x="13912003" y="95"/>
                </a:moveTo>
                <a:lnTo>
                  <a:pt x="93" y="95"/>
                </a:lnTo>
              </a:path>
            </a:pathLst>
          </a:custGeom>
          <a:noFill/>
          <a:ln w="508812" cap="sq">
            <a:solidFill>
              <a:schemeClr val="accent3">
                <a:alpha val="84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Freeform 47">
            <a:extLst>
              <a:ext uri="{FF2B5EF4-FFF2-40B4-BE49-F238E27FC236}">
                <a16:creationId xmlns:a16="http://schemas.microsoft.com/office/drawing/2014/main" id="{B90A79D3-C4F3-1056-F590-BFED7F28BC72}"/>
              </a:ext>
            </a:extLst>
          </p:cNvPr>
          <p:cNvSpPr/>
          <p:nvPr/>
        </p:nvSpPr>
        <p:spPr>
          <a:xfrm>
            <a:off x="685799" y="5342013"/>
            <a:ext cx="2157098" cy="1515987"/>
          </a:xfrm>
          <a:custGeom>
            <a:avLst/>
            <a:gdLst>
              <a:gd name="connsiteX0" fmla="*/ 1078549 w 2157098"/>
              <a:gd name="connsiteY0" fmla="*/ 0 h 1515987"/>
              <a:gd name="connsiteX1" fmla="*/ 2157098 w 2157098"/>
              <a:gd name="connsiteY1" fmla="*/ 1078549 h 1515987"/>
              <a:gd name="connsiteX2" fmla="*/ 2072340 w 2157098"/>
              <a:gd name="connsiteY2" fmla="*/ 1498369 h 1515987"/>
              <a:gd name="connsiteX3" fmla="*/ 2062778 w 2157098"/>
              <a:gd name="connsiteY3" fmla="*/ 1515987 h 1515987"/>
              <a:gd name="connsiteX4" fmla="*/ 94321 w 2157098"/>
              <a:gd name="connsiteY4" fmla="*/ 1515987 h 1515987"/>
              <a:gd name="connsiteX5" fmla="*/ 84758 w 2157098"/>
              <a:gd name="connsiteY5" fmla="*/ 1498369 h 1515987"/>
              <a:gd name="connsiteX6" fmla="*/ 0 w 2157098"/>
              <a:gd name="connsiteY6" fmla="*/ 1078549 h 1515987"/>
              <a:gd name="connsiteX7" fmla="*/ 1078549 w 2157098"/>
              <a:gd name="connsiteY7" fmla="*/ 0 h 1515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57098" h="1515987">
                <a:moveTo>
                  <a:pt x="1078549" y="0"/>
                </a:moveTo>
                <a:cubicBezTo>
                  <a:pt x="1674215" y="0"/>
                  <a:pt x="2157098" y="482883"/>
                  <a:pt x="2157098" y="1078549"/>
                </a:cubicBezTo>
                <a:cubicBezTo>
                  <a:pt x="2157098" y="1227466"/>
                  <a:pt x="2126918" y="1369333"/>
                  <a:pt x="2072340" y="1498369"/>
                </a:cubicBezTo>
                <a:lnTo>
                  <a:pt x="2062778" y="1515987"/>
                </a:lnTo>
                <a:lnTo>
                  <a:pt x="94321" y="1515987"/>
                </a:lnTo>
                <a:lnTo>
                  <a:pt x="84758" y="1498369"/>
                </a:lnTo>
                <a:cubicBezTo>
                  <a:pt x="30180" y="1369333"/>
                  <a:pt x="0" y="1227466"/>
                  <a:pt x="0" y="1078549"/>
                </a:cubicBezTo>
                <a:cubicBezTo>
                  <a:pt x="0" y="482883"/>
                  <a:pt x="482883" y="0"/>
                  <a:pt x="1078549" y="0"/>
                </a:cubicBezTo>
                <a:close/>
              </a:path>
            </a:pathLst>
          </a:custGeom>
          <a:solidFill>
            <a:schemeClr val="accent4">
              <a:alpha val="8321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1FFE4B3-23C8-22B1-E231-C5753166B687}"/>
              </a:ext>
            </a:extLst>
          </p:cNvPr>
          <p:cNvSpPr/>
          <p:nvPr/>
        </p:nvSpPr>
        <p:spPr>
          <a:xfrm>
            <a:off x="10905848" y="1063062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Graphic 25" hidden="1">
            <a:extLst>
              <a:ext uri="{FF2B5EF4-FFF2-40B4-BE49-F238E27FC236}">
                <a16:creationId xmlns:a16="http://schemas.microsoft.com/office/drawing/2014/main" id="{422E8005-83A8-3555-6EFB-842E78C629D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162"/>
          <a:stretch/>
        </p:blipFill>
        <p:spPr>
          <a:xfrm>
            <a:off x="-6187440" y="1779373"/>
            <a:ext cx="20888725" cy="4583992"/>
          </a:xfrm>
          <a:custGeom>
            <a:avLst/>
            <a:gdLst>
              <a:gd name="connsiteX0" fmla="*/ 6153662 w 20854947"/>
              <a:gd name="connsiteY0" fmla="*/ 0 h 4583992"/>
              <a:gd name="connsiteX1" fmla="*/ 20854947 w 20854947"/>
              <a:gd name="connsiteY1" fmla="*/ 0 h 4583992"/>
              <a:gd name="connsiteX2" fmla="*/ 20854947 w 20854947"/>
              <a:gd name="connsiteY2" fmla="*/ 2190264 h 4583992"/>
              <a:gd name="connsiteX3" fmla="*/ 18345663 w 20854947"/>
              <a:gd name="connsiteY3" fmla="*/ 2190264 h 4583992"/>
              <a:gd name="connsiteX4" fmla="*/ 18345663 w 20854947"/>
              <a:gd name="connsiteY4" fmla="*/ 4583992 h 4583992"/>
              <a:gd name="connsiteX5" fmla="*/ 0 w 20854947"/>
              <a:gd name="connsiteY5" fmla="*/ 4583992 h 4583992"/>
              <a:gd name="connsiteX6" fmla="*/ 0 w 20854947"/>
              <a:gd name="connsiteY6" fmla="*/ 4313374 h 4583992"/>
              <a:gd name="connsiteX7" fmla="*/ 6153662 w 20854947"/>
              <a:gd name="connsiteY7" fmla="*/ 4313374 h 4583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54947" h="4583992">
                <a:moveTo>
                  <a:pt x="6153662" y="0"/>
                </a:moveTo>
                <a:lnTo>
                  <a:pt x="20854947" y="0"/>
                </a:lnTo>
                <a:lnTo>
                  <a:pt x="20854947" y="2190264"/>
                </a:lnTo>
                <a:lnTo>
                  <a:pt x="18345663" y="2190264"/>
                </a:lnTo>
                <a:lnTo>
                  <a:pt x="18345663" y="4583992"/>
                </a:lnTo>
                <a:lnTo>
                  <a:pt x="0" y="4583992"/>
                </a:lnTo>
                <a:lnTo>
                  <a:pt x="0" y="4313374"/>
                </a:lnTo>
                <a:lnTo>
                  <a:pt x="6153662" y="4313374"/>
                </a:lnTo>
                <a:close/>
              </a:path>
            </a:pathLst>
          </a:cu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54F95-4CC9-871D-2B3D-873AB0B21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4581144"/>
            <a:ext cx="6510528" cy="36576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76D8E3E3-8A4C-591F-3DAB-1D6E46AA4DB9}"/>
              </a:ext>
            </a:extLst>
          </p:cNvPr>
          <p:cNvSpPr/>
          <p:nvPr userDrawn="1"/>
        </p:nvSpPr>
        <p:spPr>
          <a:xfrm>
            <a:off x="11626517" y="1063062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267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-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EA91DE6-3A10-8EDA-34AB-D931B1792C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8116"/>
          <a:stretch>
            <a:fillRect/>
          </a:stretch>
        </p:blipFill>
        <p:spPr>
          <a:xfrm rot="5400000" flipH="1">
            <a:off x="9476084" y="1778851"/>
            <a:ext cx="4393983" cy="773351"/>
          </a:xfrm>
          <a:custGeom>
            <a:avLst/>
            <a:gdLst>
              <a:gd name="connsiteX0" fmla="*/ 4393983 w 4393983"/>
              <a:gd name="connsiteY0" fmla="*/ 773351 h 773351"/>
              <a:gd name="connsiteX1" fmla="*/ 4393983 w 4393983"/>
              <a:gd name="connsiteY1" fmla="*/ 0 h 773351"/>
              <a:gd name="connsiteX2" fmla="*/ 0 w 4393983"/>
              <a:gd name="connsiteY2" fmla="*/ 0 h 773351"/>
              <a:gd name="connsiteX3" fmla="*/ 0 w 4393983"/>
              <a:gd name="connsiteY3" fmla="*/ 773351 h 773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93983" h="773351">
                <a:moveTo>
                  <a:pt x="4393983" y="773351"/>
                </a:moveTo>
                <a:lnTo>
                  <a:pt x="4393983" y="0"/>
                </a:lnTo>
                <a:lnTo>
                  <a:pt x="0" y="0"/>
                </a:lnTo>
                <a:lnTo>
                  <a:pt x="0" y="773351"/>
                </a:lnTo>
                <a:close/>
              </a:path>
            </a:pathLst>
          </a:custGeom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06608174-ED17-1D4B-48DF-EA532646C797}"/>
              </a:ext>
            </a:extLst>
          </p:cNvPr>
          <p:cNvSpPr/>
          <p:nvPr userDrawn="1"/>
        </p:nvSpPr>
        <p:spPr>
          <a:xfrm>
            <a:off x="732271" y="723899"/>
            <a:ext cx="10727977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itle 74">
            <a:extLst>
              <a:ext uri="{FF2B5EF4-FFF2-40B4-BE49-F238E27FC236}">
                <a16:creationId xmlns:a16="http://schemas.microsoft.com/office/drawing/2014/main" id="{45C7CFA5-6EFF-944C-B5AF-967956876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41AE0A6-2671-E79C-548D-3AA4D5D9CB11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2152D0E-B03D-CC17-D0CC-650AE3953FCF}"/>
              </a:ext>
            </a:extLst>
          </p:cNvPr>
          <p:cNvCxnSpPr>
            <a:cxnSpLocks/>
          </p:cNvCxnSpPr>
          <p:nvPr userDrawn="1"/>
        </p:nvCxnSpPr>
        <p:spPr>
          <a:xfrm>
            <a:off x="1655064" y="722376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Graphic 82">
            <a:extLst>
              <a:ext uri="{FF2B5EF4-FFF2-40B4-BE49-F238E27FC236}">
                <a16:creationId xmlns:a16="http://schemas.microsoft.com/office/drawing/2014/main" id="{65438DF6-6622-6EE4-F01A-D199CAE96D9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3498771">
            <a:off x="868523" y="778989"/>
            <a:ext cx="660389" cy="660389"/>
          </a:xfrm>
          <a:prstGeom prst="rect">
            <a:avLst/>
          </a:prstGeom>
        </p:spPr>
      </p:pic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712EE3B-E131-C405-FCA7-8263094DF01B}"/>
              </a:ext>
            </a:extLst>
          </p:cNvPr>
          <p:cNvCxnSpPr>
            <a:cxnSpLocks/>
          </p:cNvCxnSpPr>
          <p:nvPr userDrawn="1"/>
        </p:nvCxnSpPr>
        <p:spPr>
          <a:xfrm>
            <a:off x="2593735" y="718779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3A3CEC7E-9097-B8E8-85C0-CDDB2AE614D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50956"/>
          <a:stretch>
            <a:fillRect/>
          </a:stretch>
        </p:blipFill>
        <p:spPr>
          <a:xfrm>
            <a:off x="6471911" y="2707661"/>
            <a:ext cx="5744279" cy="766881"/>
          </a:xfrm>
          <a:custGeom>
            <a:avLst/>
            <a:gdLst>
              <a:gd name="connsiteX0" fmla="*/ 0 w 5744279"/>
              <a:gd name="connsiteY0" fmla="*/ 0 h 766881"/>
              <a:gd name="connsiteX1" fmla="*/ 5744279 w 5744279"/>
              <a:gd name="connsiteY1" fmla="*/ 0 h 766881"/>
              <a:gd name="connsiteX2" fmla="*/ 5744279 w 5744279"/>
              <a:gd name="connsiteY2" fmla="*/ 766881 h 766881"/>
              <a:gd name="connsiteX3" fmla="*/ 0 w 5744279"/>
              <a:gd name="connsiteY3" fmla="*/ 766881 h 766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4279" h="766881">
                <a:moveTo>
                  <a:pt x="0" y="0"/>
                </a:moveTo>
                <a:lnTo>
                  <a:pt x="5744279" y="0"/>
                </a:lnTo>
                <a:lnTo>
                  <a:pt x="5744279" y="766881"/>
                </a:lnTo>
                <a:lnTo>
                  <a:pt x="0" y="766881"/>
                </a:lnTo>
                <a:close/>
              </a:path>
            </a:pathLst>
          </a:cu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6DCF26E-2BB7-CA60-73C4-CC02E6B54E8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55255"/>
          <a:stretch>
            <a:fillRect/>
          </a:stretch>
        </p:blipFill>
        <p:spPr>
          <a:xfrm>
            <a:off x="-50829" y="2707661"/>
            <a:ext cx="5240777" cy="766881"/>
          </a:xfrm>
          <a:custGeom>
            <a:avLst/>
            <a:gdLst>
              <a:gd name="connsiteX0" fmla="*/ 0 w 5240777"/>
              <a:gd name="connsiteY0" fmla="*/ 0 h 766881"/>
              <a:gd name="connsiteX1" fmla="*/ 5240777 w 5240777"/>
              <a:gd name="connsiteY1" fmla="*/ 0 h 766881"/>
              <a:gd name="connsiteX2" fmla="*/ 5240777 w 5240777"/>
              <a:gd name="connsiteY2" fmla="*/ 766881 h 766881"/>
              <a:gd name="connsiteX3" fmla="*/ 0 w 5240777"/>
              <a:gd name="connsiteY3" fmla="*/ 766881 h 766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40777" h="766881">
                <a:moveTo>
                  <a:pt x="0" y="0"/>
                </a:moveTo>
                <a:lnTo>
                  <a:pt x="5240777" y="0"/>
                </a:lnTo>
                <a:lnTo>
                  <a:pt x="5240777" y="766881"/>
                </a:lnTo>
                <a:lnTo>
                  <a:pt x="0" y="766881"/>
                </a:lnTo>
                <a:close/>
              </a:path>
            </a:pathLst>
          </a:cu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70074BFB-1FF4-E27D-E273-B30A1A926B24}"/>
              </a:ext>
            </a:extLst>
          </p:cNvPr>
          <p:cNvSpPr/>
          <p:nvPr userDrawn="1"/>
        </p:nvSpPr>
        <p:spPr>
          <a:xfrm>
            <a:off x="4032611" y="2039801"/>
            <a:ext cx="1989036" cy="19890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714380A-B062-A581-202E-A9250F901047}"/>
              </a:ext>
            </a:extLst>
          </p:cNvPr>
          <p:cNvSpPr/>
          <p:nvPr userDrawn="1"/>
        </p:nvSpPr>
        <p:spPr>
          <a:xfrm>
            <a:off x="6170354" y="2039801"/>
            <a:ext cx="1989036" cy="19890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72440E0-AFFD-74CD-6BF4-1208AAECF546}"/>
              </a:ext>
            </a:extLst>
          </p:cNvPr>
          <p:cNvSpPr/>
          <p:nvPr userDrawn="1"/>
        </p:nvSpPr>
        <p:spPr>
          <a:xfrm>
            <a:off x="6170354" y="4362518"/>
            <a:ext cx="1989036" cy="198903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DF24E9A-60F5-6DAB-FE7A-37F79F6F9AA9}"/>
              </a:ext>
            </a:extLst>
          </p:cNvPr>
          <p:cNvSpPr/>
          <p:nvPr userDrawn="1"/>
        </p:nvSpPr>
        <p:spPr>
          <a:xfrm>
            <a:off x="4032612" y="4362518"/>
            <a:ext cx="1989036" cy="19890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E4234E63-55EE-8BC8-D5B8-C9346AA39037}"/>
              </a:ext>
            </a:extLst>
          </p:cNvPr>
          <p:cNvSpPr/>
          <p:nvPr userDrawn="1"/>
        </p:nvSpPr>
        <p:spPr>
          <a:xfrm>
            <a:off x="624057" y="4000974"/>
            <a:ext cx="4046047" cy="1354794"/>
          </a:xfrm>
          <a:custGeom>
            <a:avLst/>
            <a:gdLst>
              <a:gd name="connsiteX0" fmla="*/ 0 w 4046047"/>
              <a:gd name="connsiteY0" fmla="*/ 0 h 1354794"/>
              <a:gd name="connsiteX1" fmla="*/ 4046047 w 4046047"/>
              <a:gd name="connsiteY1" fmla="*/ 530971 h 1354794"/>
              <a:gd name="connsiteX2" fmla="*/ 4046047 w 4046047"/>
              <a:gd name="connsiteY2" fmla="*/ 1354794 h 1354794"/>
              <a:gd name="connsiteX3" fmla="*/ 620191 w 4046047"/>
              <a:gd name="connsiteY3" fmla="*/ 1354794 h 1354794"/>
              <a:gd name="connsiteX4" fmla="*/ 0 w 4046047"/>
              <a:gd name="connsiteY4" fmla="*/ 783283 h 1354794"/>
              <a:gd name="connsiteX0" fmla="*/ 4046047 w 4137487"/>
              <a:gd name="connsiteY0" fmla="*/ 530971 h 1354794"/>
              <a:gd name="connsiteX1" fmla="*/ 4046047 w 4137487"/>
              <a:gd name="connsiteY1" fmla="*/ 1354794 h 1354794"/>
              <a:gd name="connsiteX2" fmla="*/ 620191 w 4137487"/>
              <a:gd name="connsiteY2" fmla="*/ 1354794 h 1354794"/>
              <a:gd name="connsiteX3" fmla="*/ 0 w 4137487"/>
              <a:gd name="connsiteY3" fmla="*/ 783283 h 1354794"/>
              <a:gd name="connsiteX4" fmla="*/ 0 w 4137487"/>
              <a:gd name="connsiteY4" fmla="*/ 0 h 1354794"/>
              <a:gd name="connsiteX5" fmla="*/ 4137487 w 4137487"/>
              <a:gd name="connsiteY5" fmla="*/ 622411 h 1354794"/>
              <a:gd name="connsiteX0" fmla="*/ 4046047 w 4137487"/>
              <a:gd name="connsiteY0" fmla="*/ 1354794 h 1354794"/>
              <a:gd name="connsiteX1" fmla="*/ 620191 w 4137487"/>
              <a:gd name="connsiteY1" fmla="*/ 1354794 h 1354794"/>
              <a:gd name="connsiteX2" fmla="*/ 0 w 4137487"/>
              <a:gd name="connsiteY2" fmla="*/ 783283 h 1354794"/>
              <a:gd name="connsiteX3" fmla="*/ 0 w 4137487"/>
              <a:gd name="connsiteY3" fmla="*/ 0 h 1354794"/>
              <a:gd name="connsiteX4" fmla="*/ 4137487 w 4137487"/>
              <a:gd name="connsiteY4" fmla="*/ 622411 h 1354794"/>
              <a:gd name="connsiteX0" fmla="*/ 4046047 w 4046047"/>
              <a:gd name="connsiteY0" fmla="*/ 1354794 h 1354794"/>
              <a:gd name="connsiteX1" fmla="*/ 620191 w 4046047"/>
              <a:gd name="connsiteY1" fmla="*/ 1354794 h 1354794"/>
              <a:gd name="connsiteX2" fmla="*/ 0 w 4046047"/>
              <a:gd name="connsiteY2" fmla="*/ 783283 h 1354794"/>
              <a:gd name="connsiteX3" fmla="*/ 0 w 4046047"/>
              <a:gd name="connsiteY3" fmla="*/ 0 h 13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6047" h="1354794">
                <a:moveTo>
                  <a:pt x="4046047" y="1354794"/>
                </a:moveTo>
                <a:lnTo>
                  <a:pt x="620191" y="1354794"/>
                </a:lnTo>
                <a:cubicBezTo>
                  <a:pt x="277669" y="1354794"/>
                  <a:pt x="0" y="1098920"/>
                  <a:pt x="0" y="783283"/>
                </a:cubicBezTo>
                <a:lnTo>
                  <a:pt x="0" y="0"/>
                </a:lnTo>
              </a:path>
            </a:pathLst>
          </a:custGeom>
          <a:noFill/>
          <a:ln w="762000" cap="rnd" cmpd="sng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529188"/>
                      <a:gd name="connsiteY0" fmla="*/ 588210 h 5854720"/>
                      <a:gd name="connsiteX1" fmla="*/ 588210 w 3529188"/>
                      <a:gd name="connsiteY1" fmla="*/ 0 h 5854720"/>
                      <a:gd name="connsiteX2" fmla="*/ 1223457 w 3529188"/>
                      <a:gd name="connsiteY2" fmla="*/ 0 h 5854720"/>
                      <a:gd name="connsiteX3" fmla="*/ 1788122 w 3529188"/>
                      <a:gd name="connsiteY3" fmla="*/ 0 h 5854720"/>
                      <a:gd name="connsiteX4" fmla="*/ 2329258 w 3529188"/>
                      <a:gd name="connsiteY4" fmla="*/ 0 h 5854720"/>
                      <a:gd name="connsiteX5" fmla="*/ 2940978 w 3529188"/>
                      <a:gd name="connsiteY5" fmla="*/ 0 h 5854720"/>
                      <a:gd name="connsiteX6" fmla="*/ 3529188 w 3529188"/>
                      <a:gd name="connsiteY6" fmla="*/ 588210 h 5854720"/>
                      <a:gd name="connsiteX7" fmla="*/ 3529188 w 3529188"/>
                      <a:gd name="connsiteY7" fmla="*/ 1172998 h 5854720"/>
                      <a:gd name="connsiteX8" fmla="*/ 3529188 w 3529188"/>
                      <a:gd name="connsiteY8" fmla="*/ 1851351 h 5854720"/>
                      <a:gd name="connsiteX9" fmla="*/ 3529188 w 3529188"/>
                      <a:gd name="connsiteY9" fmla="*/ 2295790 h 5854720"/>
                      <a:gd name="connsiteX10" fmla="*/ 3529188 w 3529188"/>
                      <a:gd name="connsiteY10" fmla="*/ 2880577 h 5854720"/>
                      <a:gd name="connsiteX11" fmla="*/ 3529188 w 3529188"/>
                      <a:gd name="connsiteY11" fmla="*/ 3465365 h 5854720"/>
                      <a:gd name="connsiteX12" fmla="*/ 3529188 w 3529188"/>
                      <a:gd name="connsiteY12" fmla="*/ 4003369 h 5854720"/>
                      <a:gd name="connsiteX13" fmla="*/ 3529188 w 3529188"/>
                      <a:gd name="connsiteY13" fmla="*/ 4681723 h 5854720"/>
                      <a:gd name="connsiteX14" fmla="*/ 3529188 w 3529188"/>
                      <a:gd name="connsiteY14" fmla="*/ 5266510 h 5854720"/>
                      <a:gd name="connsiteX15" fmla="*/ 2940978 w 3529188"/>
                      <a:gd name="connsiteY15" fmla="*/ 5854720 h 5854720"/>
                      <a:gd name="connsiteX16" fmla="*/ 2329258 w 3529188"/>
                      <a:gd name="connsiteY16" fmla="*/ 5854720 h 5854720"/>
                      <a:gd name="connsiteX17" fmla="*/ 1741066 w 3529188"/>
                      <a:gd name="connsiteY17" fmla="*/ 5854720 h 5854720"/>
                      <a:gd name="connsiteX18" fmla="*/ 1223457 w 3529188"/>
                      <a:gd name="connsiteY18" fmla="*/ 5854720 h 5854720"/>
                      <a:gd name="connsiteX19" fmla="*/ 588210 w 3529188"/>
                      <a:gd name="connsiteY19" fmla="*/ 5854720 h 5854720"/>
                      <a:gd name="connsiteX20" fmla="*/ 0 w 3529188"/>
                      <a:gd name="connsiteY20" fmla="*/ 5266510 h 5854720"/>
                      <a:gd name="connsiteX21" fmla="*/ 0 w 3529188"/>
                      <a:gd name="connsiteY21" fmla="*/ 4728506 h 5854720"/>
                      <a:gd name="connsiteX22" fmla="*/ 0 w 3529188"/>
                      <a:gd name="connsiteY22" fmla="*/ 4143718 h 5854720"/>
                      <a:gd name="connsiteX23" fmla="*/ 0 w 3529188"/>
                      <a:gd name="connsiteY23" fmla="*/ 3699280 h 5854720"/>
                      <a:gd name="connsiteX24" fmla="*/ 0 w 3529188"/>
                      <a:gd name="connsiteY24" fmla="*/ 3254841 h 5854720"/>
                      <a:gd name="connsiteX25" fmla="*/ 0 w 3529188"/>
                      <a:gd name="connsiteY25" fmla="*/ 2670054 h 5854720"/>
                      <a:gd name="connsiteX26" fmla="*/ 0 w 3529188"/>
                      <a:gd name="connsiteY26" fmla="*/ 2178832 h 5854720"/>
                      <a:gd name="connsiteX27" fmla="*/ 0 w 3529188"/>
                      <a:gd name="connsiteY27" fmla="*/ 1547262 h 5854720"/>
                      <a:gd name="connsiteX28" fmla="*/ 0 w 3529188"/>
                      <a:gd name="connsiteY28" fmla="*/ 588210 h 5854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529188" h="5854720" extrusionOk="0">
                        <a:moveTo>
                          <a:pt x="0" y="588210"/>
                        </a:moveTo>
                        <a:cubicBezTo>
                          <a:pt x="-21018" y="250387"/>
                          <a:pt x="217110" y="17355"/>
                          <a:pt x="588210" y="0"/>
                        </a:cubicBezTo>
                        <a:cubicBezTo>
                          <a:pt x="876112" y="-19041"/>
                          <a:pt x="1081758" y="40565"/>
                          <a:pt x="1223457" y="0"/>
                        </a:cubicBezTo>
                        <a:cubicBezTo>
                          <a:pt x="1365156" y="-40565"/>
                          <a:pt x="1510790" y="32361"/>
                          <a:pt x="1788122" y="0"/>
                        </a:cubicBezTo>
                        <a:cubicBezTo>
                          <a:pt x="2065454" y="-32361"/>
                          <a:pt x="2196286" y="39632"/>
                          <a:pt x="2329258" y="0"/>
                        </a:cubicBezTo>
                        <a:cubicBezTo>
                          <a:pt x="2462230" y="-39632"/>
                          <a:pt x="2683114" y="2257"/>
                          <a:pt x="2940978" y="0"/>
                        </a:cubicBezTo>
                        <a:cubicBezTo>
                          <a:pt x="3297966" y="-66121"/>
                          <a:pt x="3475164" y="255078"/>
                          <a:pt x="3529188" y="588210"/>
                        </a:cubicBezTo>
                        <a:cubicBezTo>
                          <a:pt x="3574272" y="863780"/>
                          <a:pt x="3523626" y="966106"/>
                          <a:pt x="3529188" y="1172998"/>
                        </a:cubicBezTo>
                        <a:cubicBezTo>
                          <a:pt x="3534750" y="1379890"/>
                          <a:pt x="3465933" y="1644977"/>
                          <a:pt x="3529188" y="1851351"/>
                        </a:cubicBezTo>
                        <a:cubicBezTo>
                          <a:pt x="3592443" y="2057725"/>
                          <a:pt x="3511454" y="2169708"/>
                          <a:pt x="3529188" y="2295790"/>
                        </a:cubicBezTo>
                        <a:cubicBezTo>
                          <a:pt x="3546922" y="2421872"/>
                          <a:pt x="3527136" y="2693707"/>
                          <a:pt x="3529188" y="2880577"/>
                        </a:cubicBezTo>
                        <a:cubicBezTo>
                          <a:pt x="3531240" y="3067447"/>
                          <a:pt x="3482987" y="3173559"/>
                          <a:pt x="3529188" y="3465365"/>
                        </a:cubicBezTo>
                        <a:cubicBezTo>
                          <a:pt x="3575389" y="3757171"/>
                          <a:pt x="3528527" y="3785537"/>
                          <a:pt x="3529188" y="4003369"/>
                        </a:cubicBezTo>
                        <a:cubicBezTo>
                          <a:pt x="3529849" y="4221201"/>
                          <a:pt x="3513745" y="4519491"/>
                          <a:pt x="3529188" y="4681723"/>
                        </a:cubicBezTo>
                        <a:cubicBezTo>
                          <a:pt x="3544631" y="4843955"/>
                          <a:pt x="3526290" y="5077457"/>
                          <a:pt x="3529188" y="5266510"/>
                        </a:cubicBezTo>
                        <a:cubicBezTo>
                          <a:pt x="3495511" y="5596899"/>
                          <a:pt x="3239177" y="5836325"/>
                          <a:pt x="2940978" y="5854720"/>
                        </a:cubicBezTo>
                        <a:cubicBezTo>
                          <a:pt x="2728639" y="5898033"/>
                          <a:pt x="2496727" y="5784306"/>
                          <a:pt x="2329258" y="5854720"/>
                        </a:cubicBezTo>
                        <a:cubicBezTo>
                          <a:pt x="2161789" y="5925134"/>
                          <a:pt x="1866325" y="5847030"/>
                          <a:pt x="1741066" y="5854720"/>
                        </a:cubicBezTo>
                        <a:cubicBezTo>
                          <a:pt x="1615807" y="5862410"/>
                          <a:pt x="1395638" y="5831161"/>
                          <a:pt x="1223457" y="5854720"/>
                        </a:cubicBezTo>
                        <a:cubicBezTo>
                          <a:pt x="1051276" y="5878279"/>
                          <a:pt x="874717" y="5821346"/>
                          <a:pt x="588210" y="5854720"/>
                        </a:cubicBezTo>
                        <a:cubicBezTo>
                          <a:pt x="295355" y="5835736"/>
                          <a:pt x="-41219" y="5656806"/>
                          <a:pt x="0" y="5266510"/>
                        </a:cubicBezTo>
                        <a:cubicBezTo>
                          <a:pt x="-62082" y="5061492"/>
                          <a:pt x="63114" y="4919165"/>
                          <a:pt x="0" y="4728506"/>
                        </a:cubicBezTo>
                        <a:cubicBezTo>
                          <a:pt x="-63114" y="4537847"/>
                          <a:pt x="67598" y="4416595"/>
                          <a:pt x="0" y="4143718"/>
                        </a:cubicBezTo>
                        <a:cubicBezTo>
                          <a:pt x="-67598" y="3870841"/>
                          <a:pt x="47971" y="3804176"/>
                          <a:pt x="0" y="3699280"/>
                        </a:cubicBezTo>
                        <a:cubicBezTo>
                          <a:pt x="-47971" y="3594384"/>
                          <a:pt x="18838" y="3384689"/>
                          <a:pt x="0" y="3254841"/>
                        </a:cubicBezTo>
                        <a:cubicBezTo>
                          <a:pt x="-18838" y="3124993"/>
                          <a:pt x="36295" y="2896233"/>
                          <a:pt x="0" y="2670054"/>
                        </a:cubicBezTo>
                        <a:cubicBezTo>
                          <a:pt x="-36295" y="2443875"/>
                          <a:pt x="12293" y="2283397"/>
                          <a:pt x="0" y="2178832"/>
                        </a:cubicBezTo>
                        <a:cubicBezTo>
                          <a:pt x="-12293" y="2074267"/>
                          <a:pt x="42881" y="1673819"/>
                          <a:pt x="0" y="1547262"/>
                        </a:cubicBezTo>
                        <a:cubicBezTo>
                          <a:pt x="-42881" y="1420705"/>
                          <a:pt x="2387" y="914777"/>
                          <a:pt x="0" y="58821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8">
            <a:extLst>
              <a:ext uri="{FF2B5EF4-FFF2-40B4-BE49-F238E27FC236}">
                <a16:creationId xmlns:a16="http://schemas.microsoft.com/office/drawing/2014/main" id="{9F752DEF-757A-19B9-7805-B7A70E94C5F2}"/>
              </a:ext>
            </a:extLst>
          </p:cNvPr>
          <p:cNvSpPr/>
          <p:nvPr userDrawn="1"/>
        </p:nvSpPr>
        <p:spPr>
          <a:xfrm flipH="1">
            <a:off x="544607" y="2735191"/>
            <a:ext cx="80439" cy="1697503"/>
          </a:xfrm>
          <a:custGeom>
            <a:avLst/>
            <a:gdLst>
              <a:gd name="connsiteX0" fmla="*/ 973027 w 5838044"/>
              <a:gd name="connsiteY0" fmla="*/ 0 h 7382204"/>
              <a:gd name="connsiteX1" fmla="*/ 4865018 w 5838044"/>
              <a:gd name="connsiteY1" fmla="*/ 0 h 7382204"/>
              <a:gd name="connsiteX2" fmla="*/ 5838044 w 5838044"/>
              <a:gd name="connsiteY2" fmla="*/ 973027 h 7382204"/>
              <a:gd name="connsiteX3" fmla="*/ 5838044 w 5838044"/>
              <a:gd name="connsiteY3" fmla="*/ 7382204 h 7382204"/>
              <a:gd name="connsiteX4" fmla="*/ 0 w 5838044"/>
              <a:gd name="connsiteY4" fmla="*/ 7382204 h 7382204"/>
              <a:gd name="connsiteX5" fmla="*/ 0 w 5838044"/>
              <a:gd name="connsiteY5" fmla="*/ 973027 h 7382204"/>
              <a:gd name="connsiteX6" fmla="*/ 973027 w 5838044"/>
              <a:gd name="connsiteY6" fmla="*/ 0 h 7382204"/>
              <a:gd name="connsiteX0" fmla="*/ 973027 w 5838044"/>
              <a:gd name="connsiteY0" fmla="*/ 0 h 7382204"/>
              <a:gd name="connsiteX1" fmla="*/ 4865018 w 5838044"/>
              <a:gd name="connsiteY1" fmla="*/ 0 h 7382204"/>
              <a:gd name="connsiteX2" fmla="*/ 5838044 w 5838044"/>
              <a:gd name="connsiteY2" fmla="*/ 973027 h 7382204"/>
              <a:gd name="connsiteX3" fmla="*/ 0 w 5838044"/>
              <a:gd name="connsiteY3" fmla="*/ 7382204 h 7382204"/>
              <a:gd name="connsiteX4" fmla="*/ 0 w 5838044"/>
              <a:gd name="connsiteY4" fmla="*/ 973027 h 7382204"/>
              <a:gd name="connsiteX5" fmla="*/ 973027 w 5838044"/>
              <a:gd name="connsiteY5" fmla="*/ 0 h 7382204"/>
              <a:gd name="connsiteX0" fmla="*/ 5838044 w 5929484"/>
              <a:gd name="connsiteY0" fmla="*/ 973027 h 7382204"/>
              <a:gd name="connsiteX1" fmla="*/ 0 w 5929484"/>
              <a:gd name="connsiteY1" fmla="*/ 7382204 h 7382204"/>
              <a:gd name="connsiteX2" fmla="*/ 0 w 5929484"/>
              <a:gd name="connsiteY2" fmla="*/ 973027 h 7382204"/>
              <a:gd name="connsiteX3" fmla="*/ 973027 w 5929484"/>
              <a:gd name="connsiteY3" fmla="*/ 0 h 7382204"/>
              <a:gd name="connsiteX4" fmla="*/ 4865018 w 5929484"/>
              <a:gd name="connsiteY4" fmla="*/ 0 h 7382204"/>
              <a:gd name="connsiteX5" fmla="*/ 5929484 w 5929484"/>
              <a:gd name="connsiteY5" fmla="*/ 1064467 h 7382204"/>
              <a:gd name="connsiteX0" fmla="*/ 5838044 w 5996391"/>
              <a:gd name="connsiteY0" fmla="*/ 973027 h 7382204"/>
              <a:gd name="connsiteX1" fmla="*/ 0 w 5996391"/>
              <a:gd name="connsiteY1" fmla="*/ 7382204 h 7382204"/>
              <a:gd name="connsiteX2" fmla="*/ 0 w 5996391"/>
              <a:gd name="connsiteY2" fmla="*/ 973027 h 7382204"/>
              <a:gd name="connsiteX3" fmla="*/ 973027 w 5996391"/>
              <a:gd name="connsiteY3" fmla="*/ 0 h 7382204"/>
              <a:gd name="connsiteX4" fmla="*/ 4865018 w 5996391"/>
              <a:gd name="connsiteY4" fmla="*/ 0 h 7382204"/>
              <a:gd name="connsiteX5" fmla="*/ 5996391 w 5996391"/>
              <a:gd name="connsiteY5" fmla="*/ 819140 h 7382204"/>
              <a:gd name="connsiteX0" fmla="*/ 5771136 w 5996391"/>
              <a:gd name="connsiteY0" fmla="*/ 4764441 h 7382204"/>
              <a:gd name="connsiteX1" fmla="*/ 0 w 5996391"/>
              <a:gd name="connsiteY1" fmla="*/ 7382204 h 7382204"/>
              <a:gd name="connsiteX2" fmla="*/ 0 w 5996391"/>
              <a:gd name="connsiteY2" fmla="*/ 973027 h 7382204"/>
              <a:gd name="connsiteX3" fmla="*/ 973027 w 5996391"/>
              <a:gd name="connsiteY3" fmla="*/ 0 h 7382204"/>
              <a:gd name="connsiteX4" fmla="*/ 4865018 w 5996391"/>
              <a:gd name="connsiteY4" fmla="*/ 0 h 7382204"/>
              <a:gd name="connsiteX5" fmla="*/ 5996391 w 5996391"/>
              <a:gd name="connsiteY5" fmla="*/ 819140 h 7382204"/>
              <a:gd name="connsiteX0" fmla="*/ 0 w 5996391"/>
              <a:gd name="connsiteY0" fmla="*/ 7382204 h 7382204"/>
              <a:gd name="connsiteX1" fmla="*/ 0 w 5996391"/>
              <a:gd name="connsiteY1" fmla="*/ 973027 h 7382204"/>
              <a:gd name="connsiteX2" fmla="*/ 973027 w 5996391"/>
              <a:gd name="connsiteY2" fmla="*/ 0 h 7382204"/>
              <a:gd name="connsiteX3" fmla="*/ 4865018 w 5996391"/>
              <a:gd name="connsiteY3" fmla="*/ 0 h 7382204"/>
              <a:gd name="connsiteX4" fmla="*/ 5996391 w 5996391"/>
              <a:gd name="connsiteY4" fmla="*/ 819140 h 7382204"/>
              <a:gd name="connsiteX0" fmla="*/ 0 w 4865018"/>
              <a:gd name="connsiteY0" fmla="*/ 7382204 h 7382204"/>
              <a:gd name="connsiteX1" fmla="*/ 0 w 4865018"/>
              <a:gd name="connsiteY1" fmla="*/ 973027 h 7382204"/>
              <a:gd name="connsiteX2" fmla="*/ 973027 w 4865018"/>
              <a:gd name="connsiteY2" fmla="*/ 0 h 7382204"/>
              <a:gd name="connsiteX3" fmla="*/ 4865018 w 4865018"/>
              <a:gd name="connsiteY3" fmla="*/ 0 h 7382204"/>
              <a:gd name="connsiteX0" fmla="*/ 0 w 973027"/>
              <a:gd name="connsiteY0" fmla="*/ 7382204 h 7382204"/>
              <a:gd name="connsiteX1" fmla="*/ 0 w 973027"/>
              <a:gd name="connsiteY1" fmla="*/ 973027 h 7382204"/>
              <a:gd name="connsiteX2" fmla="*/ 973027 w 973027"/>
              <a:gd name="connsiteY2" fmla="*/ 0 h 7382204"/>
              <a:gd name="connsiteX0" fmla="*/ 0 w 0"/>
              <a:gd name="connsiteY0" fmla="*/ 6409177 h 6409177"/>
              <a:gd name="connsiteX1" fmla="*/ 0 w 0"/>
              <a:gd name="connsiteY1" fmla="*/ 0 h 6409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6409177">
                <a:moveTo>
                  <a:pt x="0" y="6409177"/>
                </a:moveTo>
                <a:lnTo>
                  <a:pt x="0" y="0"/>
                </a:lnTo>
              </a:path>
            </a:pathLst>
          </a:custGeom>
          <a:noFill/>
          <a:ln w="762000" cap="rnd" cmpd="sng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529188"/>
                      <a:gd name="connsiteY0" fmla="*/ 588210 h 5854720"/>
                      <a:gd name="connsiteX1" fmla="*/ 588210 w 3529188"/>
                      <a:gd name="connsiteY1" fmla="*/ 0 h 5854720"/>
                      <a:gd name="connsiteX2" fmla="*/ 1223457 w 3529188"/>
                      <a:gd name="connsiteY2" fmla="*/ 0 h 5854720"/>
                      <a:gd name="connsiteX3" fmla="*/ 1788122 w 3529188"/>
                      <a:gd name="connsiteY3" fmla="*/ 0 h 5854720"/>
                      <a:gd name="connsiteX4" fmla="*/ 2329258 w 3529188"/>
                      <a:gd name="connsiteY4" fmla="*/ 0 h 5854720"/>
                      <a:gd name="connsiteX5" fmla="*/ 2940978 w 3529188"/>
                      <a:gd name="connsiteY5" fmla="*/ 0 h 5854720"/>
                      <a:gd name="connsiteX6" fmla="*/ 3529188 w 3529188"/>
                      <a:gd name="connsiteY6" fmla="*/ 588210 h 5854720"/>
                      <a:gd name="connsiteX7" fmla="*/ 3529188 w 3529188"/>
                      <a:gd name="connsiteY7" fmla="*/ 1172998 h 5854720"/>
                      <a:gd name="connsiteX8" fmla="*/ 3529188 w 3529188"/>
                      <a:gd name="connsiteY8" fmla="*/ 1851351 h 5854720"/>
                      <a:gd name="connsiteX9" fmla="*/ 3529188 w 3529188"/>
                      <a:gd name="connsiteY9" fmla="*/ 2295790 h 5854720"/>
                      <a:gd name="connsiteX10" fmla="*/ 3529188 w 3529188"/>
                      <a:gd name="connsiteY10" fmla="*/ 2880577 h 5854720"/>
                      <a:gd name="connsiteX11" fmla="*/ 3529188 w 3529188"/>
                      <a:gd name="connsiteY11" fmla="*/ 3465365 h 5854720"/>
                      <a:gd name="connsiteX12" fmla="*/ 3529188 w 3529188"/>
                      <a:gd name="connsiteY12" fmla="*/ 4003369 h 5854720"/>
                      <a:gd name="connsiteX13" fmla="*/ 3529188 w 3529188"/>
                      <a:gd name="connsiteY13" fmla="*/ 4681723 h 5854720"/>
                      <a:gd name="connsiteX14" fmla="*/ 3529188 w 3529188"/>
                      <a:gd name="connsiteY14" fmla="*/ 5266510 h 5854720"/>
                      <a:gd name="connsiteX15" fmla="*/ 2940978 w 3529188"/>
                      <a:gd name="connsiteY15" fmla="*/ 5854720 h 5854720"/>
                      <a:gd name="connsiteX16" fmla="*/ 2329258 w 3529188"/>
                      <a:gd name="connsiteY16" fmla="*/ 5854720 h 5854720"/>
                      <a:gd name="connsiteX17" fmla="*/ 1741066 w 3529188"/>
                      <a:gd name="connsiteY17" fmla="*/ 5854720 h 5854720"/>
                      <a:gd name="connsiteX18" fmla="*/ 1223457 w 3529188"/>
                      <a:gd name="connsiteY18" fmla="*/ 5854720 h 5854720"/>
                      <a:gd name="connsiteX19" fmla="*/ 588210 w 3529188"/>
                      <a:gd name="connsiteY19" fmla="*/ 5854720 h 5854720"/>
                      <a:gd name="connsiteX20" fmla="*/ 0 w 3529188"/>
                      <a:gd name="connsiteY20" fmla="*/ 5266510 h 5854720"/>
                      <a:gd name="connsiteX21" fmla="*/ 0 w 3529188"/>
                      <a:gd name="connsiteY21" fmla="*/ 4728506 h 5854720"/>
                      <a:gd name="connsiteX22" fmla="*/ 0 w 3529188"/>
                      <a:gd name="connsiteY22" fmla="*/ 4143718 h 5854720"/>
                      <a:gd name="connsiteX23" fmla="*/ 0 w 3529188"/>
                      <a:gd name="connsiteY23" fmla="*/ 3699280 h 5854720"/>
                      <a:gd name="connsiteX24" fmla="*/ 0 w 3529188"/>
                      <a:gd name="connsiteY24" fmla="*/ 3254841 h 5854720"/>
                      <a:gd name="connsiteX25" fmla="*/ 0 w 3529188"/>
                      <a:gd name="connsiteY25" fmla="*/ 2670054 h 5854720"/>
                      <a:gd name="connsiteX26" fmla="*/ 0 w 3529188"/>
                      <a:gd name="connsiteY26" fmla="*/ 2178832 h 5854720"/>
                      <a:gd name="connsiteX27" fmla="*/ 0 w 3529188"/>
                      <a:gd name="connsiteY27" fmla="*/ 1547262 h 5854720"/>
                      <a:gd name="connsiteX28" fmla="*/ 0 w 3529188"/>
                      <a:gd name="connsiteY28" fmla="*/ 588210 h 5854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529188" h="5854720" extrusionOk="0">
                        <a:moveTo>
                          <a:pt x="0" y="588210"/>
                        </a:moveTo>
                        <a:cubicBezTo>
                          <a:pt x="-21018" y="250387"/>
                          <a:pt x="217110" y="17355"/>
                          <a:pt x="588210" y="0"/>
                        </a:cubicBezTo>
                        <a:cubicBezTo>
                          <a:pt x="876112" y="-19041"/>
                          <a:pt x="1081758" y="40565"/>
                          <a:pt x="1223457" y="0"/>
                        </a:cubicBezTo>
                        <a:cubicBezTo>
                          <a:pt x="1365156" y="-40565"/>
                          <a:pt x="1510790" y="32361"/>
                          <a:pt x="1788122" y="0"/>
                        </a:cubicBezTo>
                        <a:cubicBezTo>
                          <a:pt x="2065454" y="-32361"/>
                          <a:pt x="2196286" y="39632"/>
                          <a:pt x="2329258" y="0"/>
                        </a:cubicBezTo>
                        <a:cubicBezTo>
                          <a:pt x="2462230" y="-39632"/>
                          <a:pt x="2683114" y="2257"/>
                          <a:pt x="2940978" y="0"/>
                        </a:cubicBezTo>
                        <a:cubicBezTo>
                          <a:pt x="3297966" y="-66121"/>
                          <a:pt x="3475164" y="255078"/>
                          <a:pt x="3529188" y="588210"/>
                        </a:cubicBezTo>
                        <a:cubicBezTo>
                          <a:pt x="3574272" y="863780"/>
                          <a:pt x="3523626" y="966106"/>
                          <a:pt x="3529188" y="1172998"/>
                        </a:cubicBezTo>
                        <a:cubicBezTo>
                          <a:pt x="3534750" y="1379890"/>
                          <a:pt x="3465933" y="1644977"/>
                          <a:pt x="3529188" y="1851351"/>
                        </a:cubicBezTo>
                        <a:cubicBezTo>
                          <a:pt x="3592443" y="2057725"/>
                          <a:pt x="3511454" y="2169708"/>
                          <a:pt x="3529188" y="2295790"/>
                        </a:cubicBezTo>
                        <a:cubicBezTo>
                          <a:pt x="3546922" y="2421872"/>
                          <a:pt x="3527136" y="2693707"/>
                          <a:pt x="3529188" y="2880577"/>
                        </a:cubicBezTo>
                        <a:cubicBezTo>
                          <a:pt x="3531240" y="3067447"/>
                          <a:pt x="3482987" y="3173559"/>
                          <a:pt x="3529188" y="3465365"/>
                        </a:cubicBezTo>
                        <a:cubicBezTo>
                          <a:pt x="3575389" y="3757171"/>
                          <a:pt x="3528527" y="3785537"/>
                          <a:pt x="3529188" y="4003369"/>
                        </a:cubicBezTo>
                        <a:cubicBezTo>
                          <a:pt x="3529849" y="4221201"/>
                          <a:pt x="3513745" y="4519491"/>
                          <a:pt x="3529188" y="4681723"/>
                        </a:cubicBezTo>
                        <a:cubicBezTo>
                          <a:pt x="3544631" y="4843955"/>
                          <a:pt x="3526290" y="5077457"/>
                          <a:pt x="3529188" y="5266510"/>
                        </a:cubicBezTo>
                        <a:cubicBezTo>
                          <a:pt x="3495511" y="5596899"/>
                          <a:pt x="3239177" y="5836325"/>
                          <a:pt x="2940978" y="5854720"/>
                        </a:cubicBezTo>
                        <a:cubicBezTo>
                          <a:pt x="2728639" y="5898033"/>
                          <a:pt x="2496727" y="5784306"/>
                          <a:pt x="2329258" y="5854720"/>
                        </a:cubicBezTo>
                        <a:cubicBezTo>
                          <a:pt x="2161789" y="5925134"/>
                          <a:pt x="1866325" y="5847030"/>
                          <a:pt x="1741066" y="5854720"/>
                        </a:cubicBezTo>
                        <a:cubicBezTo>
                          <a:pt x="1615807" y="5862410"/>
                          <a:pt x="1395638" y="5831161"/>
                          <a:pt x="1223457" y="5854720"/>
                        </a:cubicBezTo>
                        <a:cubicBezTo>
                          <a:pt x="1051276" y="5878279"/>
                          <a:pt x="874717" y="5821346"/>
                          <a:pt x="588210" y="5854720"/>
                        </a:cubicBezTo>
                        <a:cubicBezTo>
                          <a:pt x="295355" y="5835736"/>
                          <a:pt x="-41219" y="5656806"/>
                          <a:pt x="0" y="5266510"/>
                        </a:cubicBezTo>
                        <a:cubicBezTo>
                          <a:pt x="-62082" y="5061492"/>
                          <a:pt x="63114" y="4919165"/>
                          <a:pt x="0" y="4728506"/>
                        </a:cubicBezTo>
                        <a:cubicBezTo>
                          <a:pt x="-63114" y="4537847"/>
                          <a:pt x="67598" y="4416595"/>
                          <a:pt x="0" y="4143718"/>
                        </a:cubicBezTo>
                        <a:cubicBezTo>
                          <a:pt x="-67598" y="3870841"/>
                          <a:pt x="47971" y="3804176"/>
                          <a:pt x="0" y="3699280"/>
                        </a:cubicBezTo>
                        <a:cubicBezTo>
                          <a:pt x="-47971" y="3594384"/>
                          <a:pt x="18838" y="3384689"/>
                          <a:pt x="0" y="3254841"/>
                        </a:cubicBezTo>
                        <a:cubicBezTo>
                          <a:pt x="-18838" y="3124993"/>
                          <a:pt x="36295" y="2896233"/>
                          <a:pt x="0" y="2670054"/>
                        </a:cubicBezTo>
                        <a:cubicBezTo>
                          <a:pt x="-36295" y="2443875"/>
                          <a:pt x="12293" y="2283397"/>
                          <a:pt x="0" y="2178832"/>
                        </a:cubicBezTo>
                        <a:cubicBezTo>
                          <a:pt x="-12293" y="2074267"/>
                          <a:pt x="42881" y="1673819"/>
                          <a:pt x="0" y="1547262"/>
                        </a:cubicBezTo>
                        <a:cubicBezTo>
                          <a:pt x="-42881" y="1420705"/>
                          <a:pt x="2387" y="914777"/>
                          <a:pt x="0" y="58821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20">
            <a:extLst>
              <a:ext uri="{FF2B5EF4-FFF2-40B4-BE49-F238E27FC236}">
                <a16:creationId xmlns:a16="http://schemas.microsoft.com/office/drawing/2014/main" id="{6010C008-0418-12FF-A80A-05ECF85F5EB6}"/>
              </a:ext>
            </a:extLst>
          </p:cNvPr>
          <p:cNvSpPr/>
          <p:nvPr userDrawn="1"/>
        </p:nvSpPr>
        <p:spPr>
          <a:xfrm flipH="1">
            <a:off x="7620566" y="3973595"/>
            <a:ext cx="4046047" cy="1354794"/>
          </a:xfrm>
          <a:custGeom>
            <a:avLst/>
            <a:gdLst>
              <a:gd name="connsiteX0" fmla="*/ 0 w 4046047"/>
              <a:gd name="connsiteY0" fmla="*/ 0 h 1354794"/>
              <a:gd name="connsiteX1" fmla="*/ 4046047 w 4046047"/>
              <a:gd name="connsiteY1" fmla="*/ 530971 h 1354794"/>
              <a:gd name="connsiteX2" fmla="*/ 4046047 w 4046047"/>
              <a:gd name="connsiteY2" fmla="*/ 1354794 h 1354794"/>
              <a:gd name="connsiteX3" fmla="*/ 620191 w 4046047"/>
              <a:gd name="connsiteY3" fmla="*/ 1354794 h 1354794"/>
              <a:gd name="connsiteX4" fmla="*/ 0 w 4046047"/>
              <a:gd name="connsiteY4" fmla="*/ 783283 h 1354794"/>
              <a:gd name="connsiteX0" fmla="*/ 4046047 w 4137487"/>
              <a:gd name="connsiteY0" fmla="*/ 530971 h 1354794"/>
              <a:gd name="connsiteX1" fmla="*/ 4046047 w 4137487"/>
              <a:gd name="connsiteY1" fmla="*/ 1354794 h 1354794"/>
              <a:gd name="connsiteX2" fmla="*/ 620191 w 4137487"/>
              <a:gd name="connsiteY2" fmla="*/ 1354794 h 1354794"/>
              <a:gd name="connsiteX3" fmla="*/ 0 w 4137487"/>
              <a:gd name="connsiteY3" fmla="*/ 783283 h 1354794"/>
              <a:gd name="connsiteX4" fmla="*/ 0 w 4137487"/>
              <a:gd name="connsiteY4" fmla="*/ 0 h 1354794"/>
              <a:gd name="connsiteX5" fmla="*/ 4137487 w 4137487"/>
              <a:gd name="connsiteY5" fmla="*/ 622411 h 1354794"/>
              <a:gd name="connsiteX0" fmla="*/ 4046047 w 4137487"/>
              <a:gd name="connsiteY0" fmla="*/ 1354794 h 1354794"/>
              <a:gd name="connsiteX1" fmla="*/ 620191 w 4137487"/>
              <a:gd name="connsiteY1" fmla="*/ 1354794 h 1354794"/>
              <a:gd name="connsiteX2" fmla="*/ 0 w 4137487"/>
              <a:gd name="connsiteY2" fmla="*/ 783283 h 1354794"/>
              <a:gd name="connsiteX3" fmla="*/ 0 w 4137487"/>
              <a:gd name="connsiteY3" fmla="*/ 0 h 1354794"/>
              <a:gd name="connsiteX4" fmla="*/ 4137487 w 4137487"/>
              <a:gd name="connsiteY4" fmla="*/ 622411 h 1354794"/>
              <a:gd name="connsiteX0" fmla="*/ 4046047 w 4046047"/>
              <a:gd name="connsiteY0" fmla="*/ 1354794 h 1354794"/>
              <a:gd name="connsiteX1" fmla="*/ 620191 w 4046047"/>
              <a:gd name="connsiteY1" fmla="*/ 1354794 h 1354794"/>
              <a:gd name="connsiteX2" fmla="*/ 0 w 4046047"/>
              <a:gd name="connsiteY2" fmla="*/ 783283 h 1354794"/>
              <a:gd name="connsiteX3" fmla="*/ 0 w 4046047"/>
              <a:gd name="connsiteY3" fmla="*/ 0 h 13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6047" h="1354794">
                <a:moveTo>
                  <a:pt x="4046047" y="1354794"/>
                </a:moveTo>
                <a:lnTo>
                  <a:pt x="620191" y="1354794"/>
                </a:lnTo>
                <a:cubicBezTo>
                  <a:pt x="277669" y="1354794"/>
                  <a:pt x="0" y="1098920"/>
                  <a:pt x="0" y="783283"/>
                </a:cubicBezTo>
                <a:lnTo>
                  <a:pt x="0" y="0"/>
                </a:lnTo>
              </a:path>
            </a:pathLst>
          </a:custGeom>
          <a:noFill/>
          <a:ln w="762000" cap="rnd" cmpd="sng">
            <a:solidFill>
              <a:schemeClr val="accent4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529188"/>
                      <a:gd name="connsiteY0" fmla="*/ 588210 h 5854720"/>
                      <a:gd name="connsiteX1" fmla="*/ 588210 w 3529188"/>
                      <a:gd name="connsiteY1" fmla="*/ 0 h 5854720"/>
                      <a:gd name="connsiteX2" fmla="*/ 1223457 w 3529188"/>
                      <a:gd name="connsiteY2" fmla="*/ 0 h 5854720"/>
                      <a:gd name="connsiteX3" fmla="*/ 1788122 w 3529188"/>
                      <a:gd name="connsiteY3" fmla="*/ 0 h 5854720"/>
                      <a:gd name="connsiteX4" fmla="*/ 2329258 w 3529188"/>
                      <a:gd name="connsiteY4" fmla="*/ 0 h 5854720"/>
                      <a:gd name="connsiteX5" fmla="*/ 2940978 w 3529188"/>
                      <a:gd name="connsiteY5" fmla="*/ 0 h 5854720"/>
                      <a:gd name="connsiteX6" fmla="*/ 3529188 w 3529188"/>
                      <a:gd name="connsiteY6" fmla="*/ 588210 h 5854720"/>
                      <a:gd name="connsiteX7" fmla="*/ 3529188 w 3529188"/>
                      <a:gd name="connsiteY7" fmla="*/ 1172998 h 5854720"/>
                      <a:gd name="connsiteX8" fmla="*/ 3529188 w 3529188"/>
                      <a:gd name="connsiteY8" fmla="*/ 1851351 h 5854720"/>
                      <a:gd name="connsiteX9" fmla="*/ 3529188 w 3529188"/>
                      <a:gd name="connsiteY9" fmla="*/ 2295790 h 5854720"/>
                      <a:gd name="connsiteX10" fmla="*/ 3529188 w 3529188"/>
                      <a:gd name="connsiteY10" fmla="*/ 2880577 h 5854720"/>
                      <a:gd name="connsiteX11" fmla="*/ 3529188 w 3529188"/>
                      <a:gd name="connsiteY11" fmla="*/ 3465365 h 5854720"/>
                      <a:gd name="connsiteX12" fmla="*/ 3529188 w 3529188"/>
                      <a:gd name="connsiteY12" fmla="*/ 4003369 h 5854720"/>
                      <a:gd name="connsiteX13" fmla="*/ 3529188 w 3529188"/>
                      <a:gd name="connsiteY13" fmla="*/ 4681723 h 5854720"/>
                      <a:gd name="connsiteX14" fmla="*/ 3529188 w 3529188"/>
                      <a:gd name="connsiteY14" fmla="*/ 5266510 h 5854720"/>
                      <a:gd name="connsiteX15" fmla="*/ 2940978 w 3529188"/>
                      <a:gd name="connsiteY15" fmla="*/ 5854720 h 5854720"/>
                      <a:gd name="connsiteX16" fmla="*/ 2329258 w 3529188"/>
                      <a:gd name="connsiteY16" fmla="*/ 5854720 h 5854720"/>
                      <a:gd name="connsiteX17" fmla="*/ 1741066 w 3529188"/>
                      <a:gd name="connsiteY17" fmla="*/ 5854720 h 5854720"/>
                      <a:gd name="connsiteX18" fmla="*/ 1223457 w 3529188"/>
                      <a:gd name="connsiteY18" fmla="*/ 5854720 h 5854720"/>
                      <a:gd name="connsiteX19" fmla="*/ 588210 w 3529188"/>
                      <a:gd name="connsiteY19" fmla="*/ 5854720 h 5854720"/>
                      <a:gd name="connsiteX20" fmla="*/ 0 w 3529188"/>
                      <a:gd name="connsiteY20" fmla="*/ 5266510 h 5854720"/>
                      <a:gd name="connsiteX21" fmla="*/ 0 w 3529188"/>
                      <a:gd name="connsiteY21" fmla="*/ 4728506 h 5854720"/>
                      <a:gd name="connsiteX22" fmla="*/ 0 w 3529188"/>
                      <a:gd name="connsiteY22" fmla="*/ 4143718 h 5854720"/>
                      <a:gd name="connsiteX23" fmla="*/ 0 w 3529188"/>
                      <a:gd name="connsiteY23" fmla="*/ 3699280 h 5854720"/>
                      <a:gd name="connsiteX24" fmla="*/ 0 w 3529188"/>
                      <a:gd name="connsiteY24" fmla="*/ 3254841 h 5854720"/>
                      <a:gd name="connsiteX25" fmla="*/ 0 w 3529188"/>
                      <a:gd name="connsiteY25" fmla="*/ 2670054 h 5854720"/>
                      <a:gd name="connsiteX26" fmla="*/ 0 w 3529188"/>
                      <a:gd name="connsiteY26" fmla="*/ 2178832 h 5854720"/>
                      <a:gd name="connsiteX27" fmla="*/ 0 w 3529188"/>
                      <a:gd name="connsiteY27" fmla="*/ 1547262 h 5854720"/>
                      <a:gd name="connsiteX28" fmla="*/ 0 w 3529188"/>
                      <a:gd name="connsiteY28" fmla="*/ 588210 h 5854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529188" h="5854720" extrusionOk="0">
                        <a:moveTo>
                          <a:pt x="0" y="588210"/>
                        </a:moveTo>
                        <a:cubicBezTo>
                          <a:pt x="-21018" y="250387"/>
                          <a:pt x="217110" y="17355"/>
                          <a:pt x="588210" y="0"/>
                        </a:cubicBezTo>
                        <a:cubicBezTo>
                          <a:pt x="876112" y="-19041"/>
                          <a:pt x="1081758" y="40565"/>
                          <a:pt x="1223457" y="0"/>
                        </a:cubicBezTo>
                        <a:cubicBezTo>
                          <a:pt x="1365156" y="-40565"/>
                          <a:pt x="1510790" y="32361"/>
                          <a:pt x="1788122" y="0"/>
                        </a:cubicBezTo>
                        <a:cubicBezTo>
                          <a:pt x="2065454" y="-32361"/>
                          <a:pt x="2196286" y="39632"/>
                          <a:pt x="2329258" y="0"/>
                        </a:cubicBezTo>
                        <a:cubicBezTo>
                          <a:pt x="2462230" y="-39632"/>
                          <a:pt x="2683114" y="2257"/>
                          <a:pt x="2940978" y="0"/>
                        </a:cubicBezTo>
                        <a:cubicBezTo>
                          <a:pt x="3297966" y="-66121"/>
                          <a:pt x="3475164" y="255078"/>
                          <a:pt x="3529188" y="588210"/>
                        </a:cubicBezTo>
                        <a:cubicBezTo>
                          <a:pt x="3574272" y="863780"/>
                          <a:pt x="3523626" y="966106"/>
                          <a:pt x="3529188" y="1172998"/>
                        </a:cubicBezTo>
                        <a:cubicBezTo>
                          <a:pt x="3534750" y="1379890"/>
                          <a:pt x="3465933" y="1644977"/>
                          <a:pt x="3529188" y="1851351"/>
                        </a:cubicBezTo>
                        <a:cubicBezTo>
                          <a:pt x="3592443" y="2057725"/>
                          <a:pt x="3511454" y="2169708"/>
                          <a:pt x="3529188" y="2295790"/>
                        </a:cubicBezTo>
                        <a:cubicBezTo>
                          <a:pt x="3546922" y="2421872"/>
                          <a:pt x="3527136" y="2693707"/>
                          <a:pt x="3529188" y="2880577"/>
                        </a:cubicBezTo>
                        <a:cubicBezTo>
                          <a:pt x="3531240" y="3067447"/>
                          <a:pt x="3482987" y="3173559"/>
                          <a:pt x="3529188" y="3465365"/>
                        </a:cubicBezTo>
                        <a:cubicBezTo>
                          <a:pt x="3575389" y="3757171"/>
                          <a:pt x="3528527" y="3785537"/>
                          <a:pt x="3529188" y="4003369"/>
                        </a:cubicBezTo>
                        <a:cubicBezTo>
                          <a:pt x="3529849" y="4221201"/>
                          <a:pt x="3513745" y="4519491"/>
                          <a:pt x="3529188" y="4681723"/>
                        </a:cubicBezTo>
                        <a:cubicBezTo>
                          <a:pt x="3544631" y="4843955"/>
                          <a:pt x="3526290" y="5077457"/>
                          <a:pt x="3529188" y="5266510"/>
                        </a:cubicBezTo>
                        <a:cubicBezTo>
                          <a:pt x="3495511" y="5596899"/>
                          <a:pt x="3239177" y="5836325"/>
                          <a:pt x="2940978" y="5854720"/>
                        </a:cubicBezTo>
                        <a:cubicBezTo>
                          <a:pt x="2728639" y="5898033"/>
                          <a:pt x="2496727" y="5784306"/>
                          <a:pt x="2329258" y="5854720"/>
                        </a:cubicBezTo>
                        <a:cubicBezTo>
                          <a:pt x="2161789" y="5925134"/>
                          <a:pt x="1866325" y="5847030"/>
                          <a:pt x="1741066" y="5854720"/>
                        </a:cubicBezTo>
                        <a:cubicBezTo>
                          <a:pt x="1615807" y="5862410"/>
                          <a:pt x="1395638" y="5831161"/>
                          <a:pt x="1223457" y="5854720"/>
                        </a:cubicBezTo>
                        <a:cubicBezTo>
                          <a:pt x="1051276" y="5878279"/>
                          <a:pt x="874717" y="5821346"/>
                          <a:pt x="588210" y="5854720"/>
                        </a:cubicBezTo>
                        <a:cubicBezTo>
                          <a:pt x="295355" y="5835736"/>
                          <a:pt x="-41219" y="5656806"/>
                          <a:pt x="0" y="5266510"/>
                        </a:cubicBezTo>
                        <a:cubicBezTo>
                          <a:pt x="-62082" y="5061492"/>
                          <a:pt x="63114" y="4919165"/>
                          <a:pt x="0" y="4728506"/>
                        </a:cubicBezTo>
                        <a:cubicBezTo>
                          <a:pt x="-63114" y="4537847"/>
                          <a:pt x="67598" y="4416595"/>
                          <a:pt x="0" y="4143718"/>
                        </a:cubicBezTo>
                        <a:cubicBezTo>
                          <a:pt x="-67598" y="3870841"/>
                          <a:pt x="47971" y="3804176"/>
                          <a:pt x="0" y="3699280"/>
                        </a:cubicBezTo>
                        <a:cubicBezTo>
                          <a:pt x="-47971" y="3594384"/>
                          <a:pt x="18838" y="3384689"/>
                          <a:pt x="0" y="3254841"/>
                        </a:cubicBezTo>
                        <a:cubicBezTo>
                          <a:pt x="-18838" y="3124993"/>
                          <a:pt x="36295" y="2896233"/>
                          <a:pt x="0" y="2670054"/>
                        </a:cubicBezTo>
                        <a:cubicBezTo>
                          <a:pt x="-36295" y="2443875"/>
                          <a:pt x="12293" y="2283397"/>
                          <a:pt x="0" y="2178832"/>
                        </a:cubicBezTo>
                        <a:cubicBezTo>
                          <a:pt x="-12293" y="2074267"/>
                          <a:pt x="42881" y="1673819"/>
                          <a:pt x="0" y="1547262"/>
                        </a:cubicBezTo>
                        <a:cubicBezTo>
                          <a:pt x="-42881" y="1420705"/>
                          <a:pt x="2387" y="914777"/>
                          <a:pt x="0" y="58821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59EEBCDC-BA3F-5868-75D6-7EB2B87115CB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59986"/>
          <a:stretch>
            <a:fillRect/>
          </a:stretch>
        </p:blipFill>
        <p:spPr>
          <a:xfrm>
            <a:off x="0" y="1420643"/>
            <a:ext cx="1014082" cy="1648983"/>
          </a:xfrm>
          <a:custGeom>
            <a:avLst/>
            <a:gdLst>
              <a:gd name="connsiteX0" fmla="*/ 0 w 1014082"/>
              <a:gd name="connsiteY0" fmla="*/ 0 h 1648983"/>
              <a:gd name="connsiteX1" fmla="*/ 1014082 w 1014082"/>
              <a:gd name="connsiteY1" fmla="*/ 0 h 1648983"/>
              <a:gd name="connsiteX2" fmla="*/ 1014082 w 1014082"/>
              <a:gd name="connsiteY2" fmla="*/ 1648983 h 1648983"/>
              <a:gd name="connsiteX3" fmla="*/ 0 w 1014082"/>
              <a:gd name="connsiteY3" fmla="*/ 1648983 h 1648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14082" h="1648983">
                <a:moveTo>
                  <a:pt x="0" y="0"/>
                </a:moveTo>
                <a:lnTo>
                  <a:pt x="1014082" y="0"/>
                </a:lnTo>
                <a:lnTo>
                  <a:pt x="1014082" y="1648983"/>
                </a:lnTo>
                <a:lnTo>
                  <a:pt x="0" y="1648983"/>
                </a:lnTo>
                <a:close/>
              </a:path>
            </a:pathLst>
          </a:cu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5" name="Picture Placeholder 42">
            <a:extLst>
              <a:ext uri="{FF2B5EF4-FFF2-40B4-BE49-F238E27FC236}">
                <a16:creationId xmlns:a16="http://schemas.microsoft.com/office/drawing/2014/main" id="{085DE0BA-CA08-ED26-0A53-02D6FB61978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30203" y="2337393"/>
            <a:ext cx="1389888" cy="138988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42">
            <a:extLst>
              <a:ext uri="{FF2B5EF4-FFF2-40B4-BE49-F238E27FC236}">
                <a16:creationId xmlns:a16="http://schemas.microsoft.com/office/drawing/2014/main" id="{70F05177-1747-10FB-B022-0A36F8F9193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69928" y="2339375"/>
            <a:ext cx="1389888" cy="138988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47">
            <a:extLst>
              <a:ext uri="{FF2B5EF4-FFF2-40B4-BE49-F238E27FC236}">
                <a16:creationId xmlns:a16="http://schemas.microsoft.com/office/drawing/2014/main" id="{485E5AFC-758F-34A6-2FEC-6042921AB73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26514" y="5064875"/>
            <a:ext cx="2788920" cy="365760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47">
            <a:extLst>
              <a:ext uri="{FF2B5EF4-FFF2-40B4-BE49-F238E27FC236}">
                <a16:creationId xmlns:a16="http://schemas.microsoft.com/office/drawing/2014/main" id="{298713CC-F6D5-ED75-901B-4121FEC843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71823" y="5032014"/>
            <a:ext cx="2788920" cy="3657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47">
            <a:extLst>
              <a:ext uri="{FF2B5EF4-FFF2-40B4-BE49-F238E27FC236}">
                <a16:creationId xmlns:a16="http://schemas.microsoft.com/office/drawing/2014/main" id="{FD30C172-4265-C1CA-4368-B347D34C9F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26515" y="2795265"/>
            <a:ext cx="2788920" cy="365760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47">
            <a:extLst>
              <a:ext uri="{FF2B5EF4-FFF2-40B4-BE49-F238E27FC236}">
                <a16:creationId xmlns:a16="http://schemas.microsoft.com/office/drawing/2014/main" id="{E6400DD4-A698-8FC3-4A8E-02EA10BB4B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71823" y="2794678"/>
            <a:ext cx="2788920" cy="3657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47">
            <a:extLst>
              <a:ext uri="{FF2B5EF4-FFF2-40B4-BE49-F238E27FC236}">
                <a16:creationId xmlns:a16="http://schemas.microsoft.com/office/drawing/2014/main" id="{630E151D-3E22-BE90-7A51-5ED7C9AD7C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98143" y="3085049"/>
            <a:ext cx="2816352" cy="310896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6A448965-125C-6EED-07B0-E98A656BBF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80067" y="3086146"/>
            <a:ext cx="2816352" cy="310896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Picture Placeholder 42">
            <a:extLst>
              <a:ext uri="{FF2B5EF4-FFF2-40B4-BE49-F238E27FC236}">
                <a16:creationId xmlns:a16="http://schemas.microsoft.com/office/drawing/2014/main" id="{9BD10ABF-0CBA-9D6F-30D9-4C5B717D2F6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332186" y="4662092"/>
            <a:ext cx="1389888" cy="138988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3" name="Picture Placeholder 42">
            <a:extLst>
              <a:ext uri="{FF2B5EF4-FFF2-40B4-BE49-F238E27FC236}">
                <a16:creationId xmlns:a16="http://schemas.microsoft.com/office/drawing/2014/main" id="{BA07108E-6273-D8A7-4270-9E51F53721B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469928" y="4662092"/>
            <a:ext cx="1389888" cy="138988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Text Placeholder 47">
            <a:extLst>
              <a:ext uri="{FF2B5EF4-FFF2-40B4-BE49-F238E27FC236}">
                <a16:creationId xmlns:a16="http://schemas.microsoft.com/office/drawing/2014/main" id="{6E2529DA-6F13-4B74-5C48-2FDB0911FF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284732" y="5337865"/>
            <a:ext cx="2816352" cy="310896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47">
            <a:extLst>
              <a:ext uri="{FF2B5EF4-FFF2-40B4-BE49-F238E27FC236}">
                <a16:creationId xmlns:a16="http://schemas.microsoft.com/office/drawing/2014/main" id="{DDB95F67-F2A0-C836-D292-8E7A6E4B1C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07814" y="5335932"/>
            <a:ext cx="2816352" cy="310896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C414FD-C705-79D9-78A9-63DB36DC2A3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DD574B-2DC0-07BF-5573-0917979F78E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780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-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15B61940-E61B-59FA-753F-E3122D288C5B}"/>
              </a:ext>
            </a:extLst>
          </p:cNvPr>
          <p:cNvSpPr/>
          <p:nvPr userDrawn="1"/>
        </p:nvSpPr>
        <p:spPr>
          <a:xfrm>
            <a:off x="1314365" y="1922787"/>
            <a:ext cx="1591489" cy="15914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48AA701-7A67-C49D-4314-407AF753DDE7}"/>
              </a:ext>
            </a:extLst>
          </p:cNvPr>
          <p:cNvSpPr/>
          <p:nvPr userDrawn="1"/>
        </p:nvSpPr>
        <p:spPr>
          <a:xfrm>
            <a:off x="3895640" y="1922787"/>
            <a:ext cx="1591489" cy="159148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CC8E6E4-F551-385C-FB82-E0DC1F41683A}"/>
              </a:ext>
            </a:extLst>
          </p:cNvPr>
          <p:cNvSpPr/>
          <p:nvPr userDrawn="1"/>
        </p:nvSpPr>
        <p:spPr>
          <a:xfrm>
            <a:off x="6476915" y="1922787"/>
            <a:ext cx="1591489" cy="159148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29C42C5-603C-FCCB-D730-0AD61CFA4CC2}"/>
              </a:ext>
            </a:extLst>
          </p:cNvPr>
          <p:cNvSpPr/>
          <p:nvPr userDrawn="1"/>
        </p:nvSpPr>
        <p:spPr>
          <a:xfrm>
            <a:off x="9058190" y="1922787"/>
            <a:ext cx="1591489" cy="159148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6608174-ED17-1D4B-48DF-EA532646C797}"/>
              </a:ext>
            </a:extLst>
          </p:cNvPr>
          <p:cNvSpPr/>
          <p:nvPr userDrawn="1"/>
        </p:nvSpPr>
        <p:spPr>
          <a:xfrm>
            <a:off x="732271" y="723899"/>
            <a:ext cx="10727977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41AE0A6-2671-E79C-548D-3AA4D5D9CB11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2152D0E-B03D-CC17-D0CC-650AE3953FCF}"/>
              </a:ext>
            </a:extLst>
          </p:cNvPr>
          <p:cNvCxnSpPr>
            <a:cxnSpLocks/>
          </p:cNvCxnSpPr>
          <p:nvPr userDrawn="1"/>
        </p:nvCxnSpPr>
        <p:spPr>
          <a:xfrm>
            <a:off x="1655064" y="722376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Graphic 82">
            <a:extLst>
              <a:ext uri="{FF2B5EF4-FFF2-40B4-BE49-F238E27FC236}">
                <a16:creationId xmlns:a16="http://schemas.microsoft.com/office/drawing/2014/main" id="{65438DF6-6622-6EE4-F01A-D199CAE96D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3498771">
            <a:off x="868523" y="778989"/>
            <a:ext cx="660389" cy="660389"/>
          </a:xfrm>
          <a:prstGeom prst="rect">
            <a:avLst/>
          </a:prstGeom>
        </p:spPr>
      </p:pic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712EE3B-E131-C405-FCA7-8263094DF01B}"/>
              </a:ext>
            </a:extLst>
          </p:cNvPr>
          <p:cNvCxnSpPr>
            <a:cxnSpLocks/>
          </p:cNvCxnSpPr>
          <p:nvPr userDrawn="1"/>
        </p:nvCxnSpPr>
        <p:spPr>
          <a:xfrm>
            <a:off x="2593735" y="718779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5" name="Picture Placeholder 42">
            <a:extLst>
              <a:ext uri="{FF2B5EF4-FFF2-40B4-BE49-F238E27FC236}">
                <a16:creationId xmlns:a16="http://schemas.microsoft.com/office/drawing/2014/main" id="{085DE0BA-CA08-ED26-0A53-02D6FB619788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524893" y="2133315"/>
            <a:ext cx="1170432" cy="117043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42">
            <a:extLst>
              <a:ext uri="{FF2B5EF4-FFF2-40B4-BE49-F238E27FC236}">
                <a16:creationId xmlns:a16="http://schemas.microsoft.com/office/drawing/2014/main" id="{70F05177-1747-10FB-B022-0A36F8F91931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4106168" y="2133315"/>
            <a:ext cx="1170432" cy="117043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47">
            <a:extLst>
              <a:ext uri="{FF2B5EF4-FFF2-40B4-BE49-F238E27FC236}">
                <a16:creationId xmlns:a16="http://schemas.microsoft.com/office/drawing/2014/main" id="{485E5AFC-758F-34A6-2FEC-6042921AB73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53328" y="3575304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47">
            <a:extLst>
              <a:ext uri="{FF2B5EF4-FFF2-40B4-BE49-F238E27FC236}">
                <a16:creationId xmlns:a16="http://schemas.microsoft.com/office/drawing/2014/main" id="{298713CC-F6D5-ED75-901B-4121FEC843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31936" y="3575304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47">
            <a:extLst>
              <a:ext uri="{FF2B5EF4-FFF2-40B4-BE49-F238E27FC236}">
                <a16:creationId xmlns:a16="http://schemas.microsoft.com/office/drawing/2014/main" id="{FD30C172-4265-C1CA-4368-B347D34C9F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86968" y="3575304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47">
            <a:extLst>
              <a:ext uri="{FF2B5EF4-FFF2-40B4-BE49-F238E27FC236}">
                <a16:creationId xmlns:a16="http://schemas.microsoft.com/office/drawing/2014/main" id="{E6400DD4-A698-8FC3-4A8E-02EA10BB4B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74720" y="3575304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47">
            <a:extLst>
              <a:ext uri="{FF2B5EF4-FFF2-40B4-BE49-F238E27FC236}">
                <a16:creationId xmlns:a16="http://schemas.microsoft.com/office/drawing/2014/main" id="{630E151D-3E22-BE90-7A51-5ED7C9AD7C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86968" y="3867912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6A448965-125C-6EED-07B0-E98A656BBF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74720" y="3867912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Picture Placeholder 42">
            <a:extLst>
              <a:ext uri="{FF2B5EF4-FFF2-40B4-BE49-F238E27FC236}">
                <a16:creationId xmlns:a16="http://schemas.microsoft.com/office/drawing/2014/main" id="{9BD10ABF-0CBA-9D6F-30D9-4C5B717D2F65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6687443" y="2133315"/>
            <a:ext cx="1170432" cy="117043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3" name="Picture Placeholder 42">
            <a:extLst>
              <a:ext uri="{FF2B5EF4-FFF2-40B4-BE49-F238E27FC236}">
                <a16:creationId xmlns:a16="http://schemas.microsoft.com/office/drawing/2014/main" id="{BA07108E-6273-D8A7-4270-9E51F53721B6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9268718" y="2133315"/>
            <a:ext cx="1170432" cy="1170432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Text Placeholder 47">
            <a:extLst>
              <a:ext uri="{FF2B5EF4-FFF2-40B4-BE49-F238E27FC236}">
                <a16:creationId xmlns:a16="http://schemas.microsoft.com/office/drawing/2014/main" id="{6E2529DA-6F13-4B74-5C48-2FDB0911FF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31936" y="3867912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47">
            <a:extLst>
              <a:ext uri="{FF2B5EF4-FFF2-40B4-BE49-F238E27FC236}">
                <a16:creationId xmlns:a16="http://schemas.microsoft.com/office/drawing/2014/main" id="{DDB95F67-F2A0-C836-D292-8E7A6E4B1C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053328" y="3867912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itle 74">
            <a:extLst>
              <a:ext uri="{FF2B5EF4-FFF2-40B4-BE49-F238E27FC236}">
                <a16:creationId xmlns:a16="http://schemas.microsoft.com/office/drawing/2014/main" id="{45C7CFA5-6EFF-944C-B5AF-967956876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CCCB2D5-E906-485E-2E26-F407AF7990EE}"/>
              </a:ext>
            </a:extLst>
          </p:cNvPr>
          <p:cNvSpPr/>
          <p:nvPr userDrawn="1"/>
        </p:nvSpPr>
        <p:spPr>
          <a:xfrm>
            <a:off x="1314365" y="4348233"/>
            <a:ext cx="1591489" cy="159148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08273C2-3AD4-6120-E47A-26DB07BBD95D}"/>
              </a:ext>
            </a:extLst>
          </p:cNvPr>
          <p:cNvSpPr/>
          <p:nvPr userDrawn="1"/>
        </p:nvSpPr>
        <p:spPr>
          <a:xfrm>
            <a:off x="3895640" y="4348233"/>
            <a:ext cx="1591489" cy="159148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2F43D3C-5856-8C0F-0F96-72BD06ABE36F}"/>
              </a:ext>
            </a:extLst>
          </p:cNvPr>
          <p:cNvSpPr/>
          <p:nvPr userDrawn="1"/>
        </p:nvSpPr>
        <p:spPr>
          <a:xfrm>
            <a:off x="6476915" y="4348233"/>
            <a:ext cx="1591489" cy="159148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185EECC-2E1F-A706-B285-3F50DE4E325D}"/>
              </a:ext>
            </a:extLst>
          </p:cNvPr>
          <p:cNvSpPr/>
          <p:nvPr userDrawn="1"/>
        </p:nvSpPr>
        <p:spPr>
          <a:xfrm>
            <a:off x="9058190" y="4348233"/>
            <a:ext cx="1591489" cy="15914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1" name="Picture Placeholder 42">
            <a:extLst>
              <a:ext uri="{FF2B5EF4-FFF2-40B4-BE49-F238E27FC236}">
                <a16:creationId xmlns:a16="http://schemas.microsoft.com/office/drawing/2014/main" id="{68BB68C2-C6BF-C6F9-8006-0D20E4119CDC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1524893" y="4558761"/>
            <a:ext cx="1170432" cy="1170432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42">
            <a:extLst>
              <a:ext uri="{FF2B5EF4-FFF2-40B4-BE49-F238E27FC236}">
                <a16:creationId xmlns:a16="http://schemas.microsoft.com/office/drawing/2014/main" id="{7ED2CB41-D537-2DB4-7393-38B54A68A24F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4106168" y="4558761"/>
            <a:ext cx="1170432" cy="117043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47">
            <a:extLst>
              <a:ext uri="{FF2B5EF4-FFF2-40B4-BE49-F238E27FC236}">
                <a16:creationId xmlns:a16="http://schemas.microsoft.com/office/drawing/2014/main" id="{BBFB738A-B417-1ECD-CD63-3482F41BC56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53328" y="6000750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7">
            <a:extLst>
              <a:ext uri="{FF2B5EF4-FFF2-40B4-BE49-F238E27FC236}">
                <a16:creationId xmlns:a16="http://schemas.microsoft.com/office/drawing/2014/main" id="{2D5357B5-C3E2-7F93-1D38-5A371EEEF56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631936" y="6000750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7">
            <a:extLst>
              <a:ext uri="{FF2B5EF4-FFF2-40B4-BE49-F238E27FC236}">
                <a16:creationId xmlns:a16="http://schemas.microsoft.com/office/drawing/2014/main" id="{F3A2EC5D-9943-7E84-56FB-B58A67C0550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86968" y="6000750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47">
            <a:extLst>
              <a:ext uri="{FF2B5EF4-FFF2-40B4-BE49-F238E27FC236}">
                <a16:creationId xmlns:a16="http://schemas.microsoft.com/office/drawing/2014/main" id="{DE78D7B0-18B2-66C2-EA4E-90629F60BFA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74720" y="6000750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7">
            <a:extLst>
              <a:ext uri="{FF2B5EF4-FFF2-40B4-BE49-F238E27FC236}">
                <a16:creationId xmlns:a16="http://schemas.microsoft.com/office/drawing/2014/main" id="{A171817E-40B4-8D03-2F00-07A0200ABC8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86968" y="6293358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47">
            <a:extLst>
              <a:ext uri="{FF2B5EF4-FFF2-40B4-BE49-F238E27FC236}">
                <a16:creationId xmlns:a16="http://schemas.microsoft.com/office/drawing/2014/main" id="{7CB4D57A-D57F-A9A7-E242-62A0EFB9034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474720" y="6293358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42">
            <a:extLst>
              <a:ext uri="{FF2B5EF4-FFF2-40B4-BE49-F238E27FC236}">
                <a16:creationId xmlns:a16="http://schemas.microsoft.com/office/drawing/2014/main" id="{CABD2581-C1DD-BCD8-B303-D442E2826A57}"/>
              </a:ext>
            </a:extLst>
          </p:cNvPr>
          <p:cNvSpPr>
            <a:spLocks noGrp="1" noChangeAspect="1"/>
          </p:cNvSpPr>
          <p:nvPr>
            <p:ph type="pic" sz="quarter" idx="34"/>
          </p:nvPr>
        </p:nvSpPr>
        <p:spPr>
          <a:xfrm>
            <a:off x="6687443" y="4558761"/>
            <a:ext cx="1170432" cy="117043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42">
            <a:extLst>
              <a:ext uri="{FF2B5EF4-FFF2-40B4-BE49-F238E27FC236}">
                <a16:creationId xmlns:a16="http://schemas.microsoft.com/office/drawing/2014/main" id="{69C46305-033A-D1D0-006B-CA534D171213}"/>
              </a:ext>
            </a:extLst>
          </p:cNvPr>
          <p:cNvSpPr>
            <a:spLocks noGrp="1" noChangeAspect="1"/>
          </p:cNvSpPr>
          <p:nvPr>
            <p:ph type="pic" sz="quarter" idx="35"/>
          </p:nvPr>
        </p:nvSpPr>
        <p:spPr>
          <a:xfrm>
            <a:off x="9268718" y="4558761"/>
            <a:ext cx="1170432" cy="117043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Text Placeholder 47">
            <a:extLst>
              <a:ext uri="{FF2B5EF4-FFF2-40B4-BE49-F238E27FC236}">
                <a16:creationId xmlns:a16="http://schemas.microsoft.com/office/drawing/2014/main" id="{8A2F0738-422D-8670-FFDD-4DD9CC8579D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631936" y="6293358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47">
            <a:extLst>
              <a:ext uri="{FF2B5EF4-FFF2-40B4-BE49-F238E27FC236}">
                <a16:creationId xmlns:a16="http://schemas.microsoft.com/office/drawing/2014/main" id="{83236D35-4927-EB6F-1700-660A0790337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053328" y="6293358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F9D1D0-8763-3145-447C-B59E4A8FC6EC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818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- 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5732" y="1825625"/>
            <a:ext cx="886053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6D563D3-0A67-7027-7E6A-4A1CC1EFC6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253299D-623D-C544-F0BB-1CFBDADB60B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4DFB546-9FE5-4620-5D33-4097901B71B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279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CEF658BC-1431-0DE4-1239-3174304231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4763BC-4E08-292A-DD60-96BE96D0C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60985-1AA1-7560-41A6-84310DD64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0E0AF6-58A8-48DB-1F46-476F080F61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EC9D58-970F-C9CA-292B-CD8C17FCE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52D850-95FE-4444-3630-18B4E2855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1933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068D4647-BE09-FD84-9BD2-6303C6683A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55064" y="2926080"/>
            <a:ext cx="1801368" cy="502920"/>
          </a:xfrm>
          <a:solidFill>
            <a:schemeClr val="accent1"/>
          </a:solidFill>
        </p:spPr>
        <p:txBody>
          <a:bodyPr>
            <a:noAutofit/>
          </a:bodyPr>
          <a:lstStyle>
            <a:lvl1pPr marL="0" indent="0">
              <a:buNone/>
              <a:defRPr sz="12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31">
            <a:extLst>
              <a:ext uri="{FF2B5EF4-FFF2-40B4-BE49-F238E27FC236}">
                <a16:creationId xmlns:a16="http://schemas.microsoft.com/office/drawing/2014/main" id="{AB9EB1AC-FF5A-36FF-E4EC-C3F6EDF04BE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995928" y="2926080"/>
            <a:ext cx="1801368" cy="502920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12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1">
            <a:extLst>
              <a:ext uri="{FF2B5EF4-FFF2-40B4-BE49-F238E27FC236}">
                <a16:creationId xmlns:a16="http://schemas.microsoft.com/office/drawing/2014/main" id="{919FA078-A6CC-4C6E-BB4E-70AA4ECA801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45936" y="2926080"/>
            <a:ext cx="1801368" cy="502920"/>
          </a:xfrm>
          <a:solidFill>
            <a:schemeClr val="accent4"/>
          </a:solidFill>
        </p:spPr>
        <p:txBody>
          <a:bodyPr>
            <a:noAutofit/>
          </a:bodyPr>
          <a:lstStyle>
            <a:lvl1pPr marL="0" indent="0">
              <a:buNone/>
              <a:defRPr sz="12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31">
            <a:extLst>
              <a:ext uri="{FF2B5EF4-FFF2-40B4-BE49-F238E27FC236}">
                <a16:creationId xmlns:a16="http://schemas.microsoft.com/office/drawing/2014/main" id="{B0730A45-AC46-DF6D-F56B-76A81490918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695944" y="2926080"/>
            <a:ext cx="1987296" cy="502920"/>
          </a:xfrm>
          <a:solidFill>
            <a:schemeClr val="accent3"/>
          </a:solidFill>
        </p:spPr>
        <p:txBody>
          <a:bodyPr>
            <a:noAutofit/>
          </a:bodyPr>
          <a:lstStyle>
            <a:lvl1pPr marL="0" indent="0">
              <a:buNone/>
              <a:defRPr sz="12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EF48E5-0EF0-3977-79C2-820662F06DA9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AAF462-6D82-EBE1-069E-7DBC32F1CC5D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211A54-748F-71FD-8701-AE68B04A5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936" y="4041648"/>
            <a:ext cx="1822704" cy="1414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FF5B42-8E52-2B78-7C88-39A811D7A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054096" y="4041648"/>
            <a:ext cx="1822704" cy="1414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B569F4F-40C0-2BAE-2F80-0B6BF70B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F862698-31B6-3C3C-7B04-A5AB06659947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722376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MMM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12F0E6AE-7B40-CC7A-BAB7-B5963027CE13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3163824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MMM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F19DE03C-9C3C-ED9E-7938-68DC59591962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5596128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MMM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D15E2928-BFA0-AA75-6EC4-69EFDD615540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8028432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MMM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B1000C26-BF38-857C-8EB7-C84E4425628C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10460736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MMM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7A3AFB34-A509-98A0-B6AB-3BC35F16DDD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04688" y="4041648"/>
            <a:ext cx="1822704" cy="1414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B4CAD471-FB12-ACCA-9D4A-E01322DC61A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918704" y="4041648"/>
            <a:ext cx="1822704" cy="1414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B7FF2DDC-689F-CE60-97C8-8575DBB2C06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369296" y="4041648"/>
            <a:ext cx="1563624" cy="1414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Footer Placeholder 35">
            <a:extLst>
              <a:ext uri="{FF2B5EF4-FFF2-40B4-BE49-F238E27FC236}">
                <a16:creationId xmlns:a16="http://schemas.microsoft.com/office/drawing/2014/main" id="{A2666B74-0A69-6162-5AD3-4561A8EE5514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78FC7A6E-EB75-1109-AB97-8091F2C9FF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3882992B-56C1-1B1D-6308-47369A0DF03F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651903" y="809244"/>
            <a:ext cx="941832" cy="621792"/>
          </a:xfrm>
        </p:spPr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0248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9F44A91D-CC57-69D8-3CC1-3538FCB6BB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7662" b="48541"/>
          <a:stretch>
            <a:fillRect/>
          </a:stretch>
        </p:blipFill>
        <p:spPr>
          <a:xfrm flipV="1">
            <a:off x="10376194" y="1"/>
            <a:ext cx="1815806" cy="3829511"/>
          </a:xfrm>
          <a:custGeom>
            <a:avLst/>
            <a:gdLst>
              <a:gd name="connsiteX0" fmla="*/ 0 w 1815806"/>
              <a:gd name="connsiteY0" fmla="*/ 3829511 h 3829511"/>
              <a:gd name="connsiteX1" fmla="*/ 1815806 w 1815806"/>
              <a:gd name="connsiteY1" fmla="*/ 3829511 h 3829511"/>
              <a:gd name="connsiteX2" fmla="*/ 1815806 w 1815806"/>
              <a:gd name="connsiteY2" fmla="*/ 0 h 3829511"/>
              <a:gd name="connsiteX3" fmla="*/ 0 w 1815806"/>
              <a:gd name="connsiteY3" fmla="*/ 0 h 382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5806" h="3829511">
                <a:moveTo>
                  <a:pt x="0" y="3829511"/>
                </a:moveTo>
                <a:lnTo>
                  <a:pt x="1815806" y="3829511"/>
                </a:lnTo>
                <a:lnTo>
                  <a:pt x="1815806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AB0AC87-A4CD-F667-74B2-52047C1E6FB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85638" b="45150"/>
          <a:stretch>
            <a:fillRect/>
          </a:stretch>
        </p:blipFill>
        <p:spPr>
          <a:xfrm flipV="1">
            <a:off x="10887888" y="1"/>
            <a:ext cx="1304112" cy="3289795"/>
          </a:xfrm>
          <a:custGeom>
            <a:avLst/>
            <a:gdLst>
              <a:gd name="connsiteX0" fmla="*/ 0 w 1304112"/>
              <a:gd name="connsiteY0" fmla="*/ 3289795 h 3289795"/>
              <a:gd name="connsiteX1" fmla="*/ 1304112 w 1304112"/>
              <a:gd name="connsiteY1" fmla="*/ 3289795 h 3289795"/>
              <a:gd name="connsiteX2" fmla="*/ 1304112 w 1304112"/>
              <a:gd name="connsiteY2" fmla="*/ 0 h 3289795"/>
              <a:gd name="connsiteX3" fmla="*/ 0 w 1304112"/>
              <a:gd name="connsiteY3" fmla="*/ 0 h 3289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04112" h="3289795">
                <a:moveTo>
                  <a:pt x="0" y="3289795"/>
                </a:moveTo>
                <a:lnTo>
                  <a:pt x="1304112" y="3289795"/>
                </a:lnTo>
                <a:lnTo>
                  <a:pt x="1304112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BEF48E5-0EF0-3977-79C2-820662F06DA9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AAF462-6D82-EBE1-069E-7DBC32F1CC5D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 55">
            <a:extLst>
              <a:ext uri="{FF2B5EF4-FFF2-40B4-BE49-F238E27FC236}">
                <a16:creationId xmlns:a16="http://schemas.microsoft.com/office/drawing/2014/main" id="{5DF0CA69-CF45-9850-4F85-B4C3BF2141B4}"/>
              </a:ext>
            </a:extLst>
          </p:cNvPr>
          <p:cNvSpPr/>
          <p:nvPr userDrawn="1"/>
        </p:nvSpPr>
        <p:spPr>
          <a:xfrm>
            <a:off x="-7736" y="6082871"/>
            <a:ext cx="12199737" cy="493110"/>
          </a:xfrm>
          <a:custGeom>
            <a:avLst/>
            <a:gdLst>
              <a:gd name="connsiteX0" fmla="*/ 25897 w 12199737"/>
              <a:gd name="connsiteY0" fmla="*/ 0 h 493110"/>
              <a:gd name="connsiteX1" fmla="*/ 12199737 w 12199737"/>
              <a:gd name="connsiteY1" fmla="*/ 0 h 493110"/>
              <a:gd name="connsiteX2" fmla="*/ 12199737 w 12199737"/>
              <a:gd name="connsiteY2" fmla="*/ 493110 h 493110"/>
              <a:gd name="connsiteX3" fmla="*/ 25897 w 12199737"/>
              <a:gd name="connsiteY3" fmla="*/ 493109 h 493110"/>
              <a:gd name="connsiteX4" fmla="*/ 0 w 12199737"/>
              <a:gd name="connsiteY4" fmla="*/ 490499 h 493110"/>
              <a:gd name="connsiteX5" fmla="*/ 0 w 12199737"/>
              <a:gd name="connsiteY5" fmla="*/ 2611 h 493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9737" h="493110">
                <a:moveTo>
                  <a:pt x="25897" y="0"/>
                </a:moveTo>
                <a:lnTo>
                  <a:pt x="12199737" y="0"/>
                </a:lnTo>
                <a:lnTo>
                  <a:pt x="12199737" y="493110"/>
                </a:lnTo>
                <a:lnTo>
                  <a:pt x="25897" y="493109"/>
                </a:lnTo>
                <a:lnTo>
                  <a:pt x="0" y="490499"/>
                </a:lnTo>
                <a:lnTo>
                  <a:pt x="0" y="261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FE865D6-FFF0-8547-C225-4EA40D12981C}"/>
              </a:ext>
            </a:extLst>
          </p:cNvPr>
          <p:cNvSpPr/>
          <p:nvPr userDrawn="1"/>
        </p:nvSpPr>
        <p:spPr>
          <a:xfrm>
            <a:off x="10745496" y="2712720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C43A4F4-14CD-C1BC-076B-D3EC524E9072}"/>
              </a:ext>
            </a:extLst>
          </p:cNvPr>
          <p:cNvSpPr/>
          <p:nvPr userDrawn="1"/>
        </p:nvSpPr>
        <p:spPr>
          <a:xfrm>
            <a:off x="11336726" y="2288311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59C9BF2-FA96-FBA2-CC60-3024E983F26F}"/>
              </a:ext>
            </a:extLst>
          </p:cNvPr>
          <p:cNvSpPr/>
          <p:nvPr userDrawn="1"/>
        </p:nvSpPr>
        <p:spPr>
          <a:xfrm>
            <a:off x="825032" y="6142636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211A54-748F-71FD-8701-AE68B04A5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72768" y="2148840"/>
            <a:ext cx="3566160" cy="649224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8F8E6-CFD8-798A-9C2F-F6AC42544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8448" y="2788920"/>
            <a:ext cx="4352544" cy="2002536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400"/>
            </a:lvl1pPr>
            <a:lvl2pPr>
              <a:lnSpc>
                <a:spcPct val="150000"/>
              </a:lnSpc>
              <a:spcBef>
                <a:spcPts val="0"/>
              </a:spcBef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defRPr sz="1100"/>
            </a:lvl3pPr>
            <a:lvl4pPr>
              <a:lnSpc>
                <a:spcPct val="150000"/>
              </a:lnSpc>
              <a:spcBef>
                <a:spcPts val="0"/>
              </a:spcBef>
              <a:defRPr sz="1050"/>
            </a:lvl4pPr>
            <a:lvl5pPr>
              <a:lnSpc>
                <a:spcPct val="15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FF5B42-8E52-2B78-7C88-39A811D7A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35040" y="2148840"/>
            <a:ext cx="3566160" cy="649224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0AB633-C7A8-E90B-901E-7E3FCE2D5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60720" y="2788920"/>
            <a:ext cx="4352544" cy="2002536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400"/>
            </a:lvl1pPr>
            <a:lvl2pPr>
              <a:lnSpc>
                <a:spcPct val="150000"/>
              </a:lnSpc>
              <a:spcBef>
                <a:spcPts val="0"/>
              </a:spcBef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defRPr sz="1100"/>
            </a:lvl3pPr>
            <a:lvl4pPr>
              <a:lnSpc>
                <a:spcPct val="150000"/>
              </a:lnSpc>
              <a:spcBef>
                <a:spcPts val="0"/>
              </a:spcBef>
              <a:defRPr sz="1050"/>
            </a:lvl4pPr>
            <a:lvl5pPr>
              <a:lnSpc>
                <a:spcPct val="15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B569F4F-40C0-2BAE-2F80-0B6BF70B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F38E5EFA-258F-AF45-F3FE-029FC10676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D44511B0-E2E3-43E3-E867-BD59B58CA9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FE5CA81-EC6E-7E1A-302A-32C7DC50B8A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8128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BEF48E5-0EF0-3977-79C2-820662F06DA9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AAF462-6D82-EBE1-069E-7DBC32F1CC5D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211A54-748F-71FD-8701-AE68B04A5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72768" y="2148840"/>
            <a:ext cx="3218688" cy="36576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8F8E6-CFD8-798A-9C2F-F6AC42544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8448" y="2788920"/>
            <a:ext cx="3163824" cy="329184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400"/>
            </a:lvl1pPr>
            <a:lvl2pPr>
              <a:lnSpc>
                <a:spcPct val="150000"/>
              </a:lnSpc>
              <a:spcBef>
                <a:spcPts val="0"/>
              </a:spcBef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defRPr sz="1100"/>
            </a:lvl3pPr>
            <a:lvl4pPr>
              <a:lnSpc>
                <a:spcPct val="150000"/>
              </a:lnSpc>
              <a:spcBef>
                <a:spcPts val="0"/>
              </a:spcBef>
              <a:defRPr sz="1050"/>
            </a:lvl4pPr>
            <a:lvl5pPr>
              <a:lnSpc>
                <a:spcPct val="15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FF5B42-8E52-2B78-7C88-39A811D7A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349240" y="2148840"/>
            <a:ext cx="3218688" cy="36576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0AB633-C7A8-E90B-901E-7E3FCE2D5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74920" y="2788920"/>
            <a:ext cx="3163824" cy="329184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400"/>
            </a:lvl1pPr>
            <a:lvl2pPr>
              <a:lnSpc>
                <a:spcPct val="150000"/>
              </a:lnSpc>
              <a:spcBef>
                <a:spcPts val="0"/>
              </a:spcBef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defRPr sz="1100"/>
            </a:lvl3pPr>
            <a:lvl4pPr>
              <a:lnSpc>
                <a:spcPct val="150000"/>
              </a:lnSpc>
              <a:spcBef>
                <a:spcPts val="0"/>
              </a:spcBef>
              <a:defRPr sz="1050"/>
            </a:lvl4pPr>
            <a:lvl5pPr>
              <a:lnSpc>
                <a:spcPct val="15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B569F4F-40C0-2BAE-2F80-0B6BF70B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F38E5EFA-258F-AF45-F3FE-029FC10676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D44511B0-E2E3-43E3-E867-BD59B58CA9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FE5CA81-EC6E-7E1A-302A-32C7DC50B8A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38DCAB8-FF04-8225-502A-9415422E45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165" t="86663"/>
          <a:stretch/>
        </p:blipFill>
        <p:spPr>
          <a:xfrm flipH="1" flipV="1">
            <a:off x="7732664" y="5943369"/>
            <a:ext cx="4459335" cy="914630"/>
          </a:xfrm>
          <a:custGeom>
            <a:avLst/>
            <a:gdLst>
              <a:gd name="connsiteX0" fmla="*/ 0 w 4459335"/>
              <a:gd name="connsiteY0" fmla="*/ 0 h 1543022"/>
              <a:gd name="connsiteX1" fmla="*/ 4459335 w 4459335"/>
              <a:gd name="connsiteY1" fmla="*/ 0 h 1543022"/>
              <a:gd name="connsiteX2" fmla="*/ 4459335 w 4459335"/>
              <a:gd name="connsiteY2" fmla="*/ 1543022 h 1543022"/>
              <a:gd name="connsiteX3" fmla="*/ 0 w 4459335"/>
              <a:gd name="connsiteY3" fmla="*/ 1543022 h 1543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335" h="1543022">
                <a:moveTo>
                  <a:pt x="0" y="0"/>
                </a:moveTo>
                <a:lnTo>
                  <a:pt x="4459335" y="0"/>
                </a:lnTo>
                <a:lnTo>
                  <a:pt x="4459335" y="1543022"/>
                </a:lnTo>
                <a:lnTo>
                  <a:pt x="0" y="1543022"/>
                </a:lnTo>
                <a:close/>
              </a:path>
            </a:pathLst>
          </a:cu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D37B56B1-1773-120E-5DF7-ADC768615C86}"/>
              </a:ext>
            </a:extLst>
          </p:cNvPr>
          <p:cNvSpPr/>
          <p:nvPr userDrawn="1"/>
        </p:nvSpPr>
        <p:spPr>
          <a:xfrm>
            <a:off x="10012200" y="5977940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A05B6D8-31AC-001B-57B4-132C0A9BED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851392" y="2148840"/>
            <a:ext cx="3218688" cy="36576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56DC4DB0-B5C2-72F4-A891-0281DDB80FC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567928" y="2788920"/>
            <a:ext cx="3163824" cy="329184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400"/>
            </a:lvl1pPr>
            <a:lvl2pPr>
              <a:lnSpc>
                <a:spcPct val="150000"/>
              </a:lnSpc>
              <a:spcBef>
                <a:spcPts val="0"/>
              </a:spcBef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defRPr sz="1100"/>
            </a:lvl3pPr>
            <a:lvl4pPr>
              <a:lnSpc>
                <a:spcPct val="150000"/>
              </a:lnSpc>
              <a:spcBef>
                <a:spcPts val="0"/>
              </a:spcBef>
              <a:defRPr sz="1050"/>
            </a:lvl4pPr>
            <a:lvl5pPr>
              <a:lnSpc>
                <a:spcPct val="15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35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raphic 22">
            <a:extLst>
              <a:ext uri="{FF2B5EF4-FFF2-40B4-BE49-F238E27FC236}">
                <a16:creationId xmlns:a16="http://schemas.microsoft.com/office/drawing/2014/main" id="{8508C9A2-89A3-8585-F561-54AF27E76C2E}"/>
              </a:ext>
            </a:extLst>
          </p:cNvPr>
          <p:cNvSpPr/>
          <p:nvPr/>
        </p:nvSpPr>
        <p:spPr>
          <a:xfrm>
            <a:off x="8963354" y="3545840"/>
            <a:ext cx="2556181" cy="2641600"/>
          </a:xfrm>
          <a:custGeom>
            <a:avLst/>
            <a:gdLst>
              <a:gd name="connsiteX0" fmla="*/ 11417928 w 11417635"/>
              <a:gd name="connsiteY0" fmla="*/ 16489276 h 17685280"/>
              <a:gd name="connsiteX1" fmla="*/ 10219543 w 11417635"/>
              <a:gd name="connsiteY1" fmla="*/ 17687536 h 17685280"/>
              <a:gd name="connsiteX2" fmla="*/ 1198684 w 11417635"/>
              <a:gd name="connsiteY2" fmla="*/ 17687536 h 17685280"/>
              <a:gd name="connsiteX3" fmla="*/ 293 w 11417635"/>
              <a:gd name="connsiteY3" fmla="*/ 16489276 h 17685280"/>
              <a:gd name="connsiteX4" fmla="*/ 293 w 11417635"/>
              <a:gd name="connsiteY4" fmla="*/ 1200514 h 17685280"/>
              <a:gd name="connsiteX5" fmla="*/ 1198684 w 11417635"/>
              <a:gd name="connsiteY5" fmla="*/ 2255 h 17685280"/>
              <a:gd name="connsiteX6" fmla="*/ 10219543 w 11417635"/>
              <a:gd name="connsiteY6" fmla="*/ 2255 h 17685280"/>
              <a:gd name="connsiteX7" fmla="*/ 11417928 w 11417635"/>
              <a:gd name="connsiteY7" fmla="*/ 1200514 h 17685280"/>
              <a:gd name="connsiteX0" fmla="*/ 11417635 w 11417635"/>
              <a:gd name="connsiteY0" fmla="*/ 16501248 h 17699508"/>
              <a:gd name="connsiteX1" fmla="*/ 10219250 w 11417635"/>
              <a:gd name="connsiteY1" fmla="*/ 17699508 h 17699508"/>
              <a:gd name="connsiteX2" fmla="*/ 1198391 w 11417635"/>
              <a:gd name="connsiteY2" fmla="*/ 17699508 h 17699508"/>
              <a:gd name="connsiteX3" fmla="*/ 0 w 11417635"/>
              <a:gd name="connsiteY3" fmla="*/ 16501248 h 17699508"/>
              <a:gd name="connsiteX4" fmla="*/ 0 w 11417635"/>
              <a:gd name="connsiteY4" fmla="*/ 1212486 h 17699508"/>
              <a:gd name="connsiteX5" fmla="*/ 1198391 w 11417635"/>
              <a:gd name="connsiteY5" fmla="*/ 14227 h 17699508"/>
              <a:gd name="connsiteX6" fmla="*/ 3548686 w 11417635"/>
              <a:gd name="connsiteY6" fmla="*/ 0 h 17699508"/>
              <a:gd name="connsiteX7" fmla="*/ 10219250 w 11417635"/>
              <a:gd name="connsiteY7" fmla="*/ 14227 h 17699508"/>
              <a:gd name="connsiteX8" fmla="*/ 11417635 w 11417635"/>
              <a:gd name="connsiteY8" fmla="*/ 1212486 h 17699508"/>
              <a:gd name="connsiteX9" fmla="*/ 11417635 w 11417635"/>
              <a:gd name="connsiteY9" fmla="*/ 16501248 h 17699508"/>
              <a:gd name="connsiteX0" fmla="*/ 11417635 w 11509075"/>
              <a:gd name="connsiteY0" fmla="*/ 1212486 h 17699508"/>
              <a:gd name="connsiteX1" fmla="*/ 11417635 w 11509075"/>
              <a:gd name="connsiteY1" fmla="*/ 16501248 h 17699508"/>
              <a:gd name="connsiteX2" fmla="*/ 10219250 w 11509075"/>
              <a:gd name="connsiteY2" fmla="*/ 17699508 h 17699508"/>
              <a:gd name="connsiteX3" fmla="*/ 1198391 w 11509075"/>
              <a:gd name="connsiteY3" fmla="*/ 17699508 h 17699508"/>
              <a:gd name="connsiteX4" fmla="*/ 0 w 11509075"/>
              <a:gd name="connsiteY4" fmla="*/ 16501248 h 17699508"/>
              <a:gd name="connsiteX5" fmla="*/ 0 w 11509075"/>
              <a:gd name="connsiteY5" fmla="*/ 1212486 h 17699508"/>
              <a:gd name="connsiteX6" fmla="*/ 1198391 w 11509075"/>
              <a:gd name="connsiteY6" fmla="*/ 14227 h 17699508"/>
              <a:gd name="connsiteX7" fmla="*/ 3548686 w 11509075"/>
              <a:gd name="connsiteY7" fmla="*/ 0 h 17699508"/>
              <a:gd name="connsiteX8" fmla="*/ 10219250 w 11509075"/>
              <a:gd name="connsiteY8" fmla="*/ 14227 h 17699508"/>
              <a:gd name="connsiteX9" fmla="*/ 11509075 w 11509075"/>
              <a:gd name="connsiteY9" fmla="*/ 1303926 h 17699508"/>
              <a:gd name="connsiteX0" fmla="*/ 11417635 w 11417635"/>
              <a:gd name="connsiteY0" fmla="*/ 1212486 h 17699508"/>
              <a:gd name="connsiteX1" fmla="*/ 11417635 w 11417635"/>
              <a:gd name="connsiteY1" fmla="*/ 16501248 h 17699508"/>
              <a:gd name="connsiteX2" fmla="*/ 10219250 w 11417635"/>
              <a:gd name="connsiteY2" fmla="*/ 17699508 h 17699508"/>
              <a:gd name="connsiteX3" fmla="*/ 1198391 w 11417635"/>
              <a:gd name="connsiteY3" fmla="*/ 17699508 h 17699508"/>
              <a:gd name="connsiteX4" fmla="*/ 0 w 11417635"/>
              <a:gd name="connsiteY4" fmla="*/ 16501248 h 17699508"/>
              <a:gd name="connsiteX5" fmla="*/ 0 w 11417635"/>
              <a:gd name="connsiteY5" fmla="*/ 1212486 h 17699508"/>
              <a:gd name="connsiteX6" fmla="*/ 1198391 w 11417635"/>
              <a:gd name="connsiteY6" fmla="*/ 14227 h 17699508"/>
              <a:gd name="connsiteX7" fmla="*/ 3548686 w 11417635"/>
              <a:gd name="connsiteY7" fmla="*/ 0 h 17699508"/>
              <a:gd name="connsiteX8" fmla="*/ 10219250 w 11417635"/>
              <a:gd name="connsiteY8" fmla="*/ 14227 h 17699508"/>
              <a:gd name="connsiteX0" fmla="*/ 11417635 w 11417635"/>
              <a:gd name="connsiteY0" fmla="*/ 1212486 h 17699508"/>
              <a:gd name="connsiteX1" fmla="*/ 11417635 w 11417635"/>
              <a:gd name="connsiteY1" fmla="*/ 16501248 h 17699508"/>
              <a:gd name="connsiteX2" fmla="*/ 10219250 w 11417635"/>
              <a:gd name="connsiteY2" fmla="*/ 17699508 h 17699508"/>
              <a:gd name="connsiteX3" fmla="*/ 1198391 w 11417635"/>
              <a:gd name="connsiteY3" fmla="*/ 17699508 h 17699508"/>
              <a:gd name="connsiteX4" fmla="*/ 0 w 11417635"/>
              <a:gd name="connsiteY4" fmla="*/ 16501248 h 17699508"/>
              <a:gd name="connsiteX5" fmla="*/ 0 w 11417635"/>
              <a:gd name="connsiteY5" fmla="*/ 1212486 h 17699508"/>
              <a:gd name="connsiteX6" fmla="*/ 1198391 w 11417635"/>
              <a:gd name="connsiteY6" fmla="*/ 14227 h 17699508"/>
              <a:gd name="connsiteX7" fmla="*/ 3548686 w 11417635"/>
              <a:gd name="connsiteY7" fmla="*/ 0 h 17699508"/>
              <a:gd name="connsiteX0" fmla="*/ 11417635 w 11417635"/>
              <a:gd name="connsiteY0" fmla="*/ 16501248 h 17699508"/>
              <a:gd name="connsiteX1" fmla="*/ 10219250 w 11417635"/>
              <a:gd name="connsiteY1" fmla="*/ 17699508 h 17699508"/>
              <a:gd name="connsiteX2" fmla="*/ 1198391 w 11417635"/>
              <a:gd name="connsiteY2" fmla="*/ 17699508 h 17699508"/>
              <a:gd name="connsiteX3" fmla="*/ 0 w 11417635"/>
              <a:gd name="connsiteY3" fmla="*/ 16501248 h 17699508"/>
              <a:gd name="connsiteX4" fmla="*/ 0 w 11417635"/>
              <a:gd name="connsiteY4" fmla="*/ 1212486 h 17699508"/>
              <a:gd name="connsiteX5" fmla="*/ 1198391 w 11417635"/>
              <a:gd name="connsiteY5" fmla="*/ 14227 h 17699508"/>
              <a:gd name="connsiteX6" fmla="*/ 3548686 w 11417635"/>
              <a:gd name="connsiteY6" fmla="*/ 0 h 17699508"/>
              <a:gd name="connsiteX0" fmla="*/ 11419870 w 11419870"/>
              <a:gd name="connsiteY0" fmla="*/ 16501248 h 17699508"/>
              <a:gd name="connsiteX1" fmla="*/ 10221485 w 11419870"/>
              <a:gd name="connsiteY1" fmla="*/ 17699508 h 17699508"/>
              <a:gd name="connsiteX2" fmla="*/ 1200626 w 11419870"/>
              <a:gd name="connsiteY2" fmla="*/ 17699508 h 17699508"/>
              <a:gd name="connsiteX3" fmla="*/ 2235 w 11419870"/>
              <a:gd name="connsiteY3" fmla="*/ 16501248 h 17699508"/>
              <a:gd name="connsiteX4" fmla="*/ 0 w 11419870"/>
              <a:gd name="connsiteY4" fmla="*/ 3002280 h 17699508"/>
              <a:gd name="connsiteX5" fmla="*/ 2235 w 11419870"/>
              <a:gd name="connsiteY5" fmla="*/ 1212486 h 17699508"/>
              <a:gd name="connsiteX6" fmla="*/ 1200626 w 11419870"/>
              <a:gd name="connsiteY6" fmla="*/ 14227 h 17699508"/>
              <a:gd name="connsiteX7" fmla="*/ 3550921 w 11419870"/>
              <a:gd name="connsiteY7" fmla="*/ 0 h 17699508"/>
              <a:gd name="connsiteX0" fmla="*/ 11419870 w 11419870"/>
              <a:gd name="connsiteY0" fmla="*/ 16501248 h 17699508"/>
              <a:gd name="connsiteX1" fmla="*/ 10221485 w 11419870"/>
              <a:gd name="connsiteY1" fmla="*/ 17699508 h 17699508"/>
              <a:gd name="connsiteX2" fmla="*/ 1200626 w 11419870"/>
              <a:gd name="connsiteY2" fmla="*/ 17699508 h 17699508"/>
              <a:gd name="connsiteX3" fmla="*/ 2235 w 11419870"/>
              <a:gd name="connsiteY3" fmla="*/ 16501248 h 17699508"/>
              <a:gd name="connsiteX4" fmla="*/ 0 w 11419870"/>
              <a:gd name="connsiteY4" fmla="*/ 3947160 h 17699508"/>
              <a:gd name="connsiteX5" fmla="*/ 0 w 11419870"/>
              <a:gd name="connsiteY5" fmla="*/ 3002280 h 17699508"/>
              <a:gd name="connsiteX6" fmla="*/ 2235 w 11419870"/>
              <a:gd name="connsiteY6" fmla="*/ 1212486 h 17699508"/>
              <a:gd name="connsiteX7" fmla="*/ 1200626 w 11419870"/>
              <a:gd name="connsiteY7" fmla="*/ 14227 h 17699508"/>
              <a:gd name="connsiteX8" fmla="*/ 3550921 w 11419870"/>
              <a:gd name="connsiteY8" fmla="*/ 0 h 17699508"/>
              <a:gd name="connsiteX0" fmla="*/ 10221485 w 10221485"/>
              <a:gd name="connsiteY0" fmla="*/ 17699508 h 17699508"/>
              <a:gd name="connsiteX1" fmla="*/ 1200626 w 10221485"/>
              <a:gd name="connsiteY1" fmla="*/ 17699508 h 17699508"/>
              <a:gd name="connsiteX2" fmla="*/ 2235 w 10221485"/>
              <a:gd name="connsiteY2" fmla="*/ 16501248 h 17699508"/>
              <a:gd name="connsiteX3" fmla="*/ 0 w 10221485"/>
              <a:gd name="connsiteY3" fmla="*/ 3947160 h 17699508"/>
              <a:gd name="connsiteX4" fmla="*/ 0 w 10221485"/>
              <a:gd name="connsiteY4" fmla="*/ 3002280 h 17699508"/>
              <a:gd name="connsiteX5" fmla="*/ 2235 w 10221485"/>
              <a:gd name="connsiteY5" fmla="*/ 1212486 h 17699508"/>
              <a:gd name="connsiteX6" fmla="*/ 1200626 w 10221485"/>
              <a:gd name="connsiteY6" fmla="*/ 14227 h 17699508"/>
              <a:gd name="connsiteX7" fmla="*/ 3550921 w 10221485"/>
              <a:gd name="connsiteY7" fmla="*/ 0 h 17699508"/>
              <a:gd name="connsiteX0" fmla="*/ 1200626 w 3550921"/>
              <a:gd name="connsiteY0" fmla="*/ 17699508 h 17699508"/>
              <a:gd name="connsiteX1" fmla="*/ 2235 w 3550921"/>
              <a:gd name="connsiteY1" fmla="*/ 16501248 h 17699508"/>
              <a:gd name="connsiteX2" fmla="*/ 0 w 3550921"/>
              <a:gd name="connsiteY2" fmla="*/ 3947160 h 17699508"/>
              <a:gd name="connsiteX3" fmla="*/ 0 w 3550921"/>
              <a:gd name="connsiteY3" fmla="*/ 3002280 h 17699508"/>
              <a:gd name="connsiteX4" fmla="*/ 2235 w 3550921"/>
              <a:gd name="connsiteY4" fmla="*/ 1212486 h 17699508"/>
              <a:gd name="connsiteX5" fmla="*/ 1200626 w 3550921"/>
              <a:gd name="connsiteY5" fmla="*/ 14227 h 17699508"/>
              <a:gd name="connsiteX6" fmla="*/ 3550921 w 3550921"/>
              <a:gd name="connsiteY6" fmla="*/ 0 h 17699508"/>
              <a:gd name="connsiteX0" fmla="*/ 2235 w 3550921"/>
              <a:gd name="connsiteY0" fmla="*/ 16501248 h 16501248"/>
              <a:gd name="connsiteX1" fmla="*/ 0 w 3550921"/>
              <a:gd name="connsiteY1" fmla="*/ 3947160 h 16501248"/>
              <a:gd name="connsiteX2" fmla="*/ 0 w 3550921"/>
              <a:gd name="connsiteY2" fmla="*/ 3002280 h 16501248"/>
              <a:gd name="connsiteX3" fmla="*/ 2235 w 3550921"/>
              <a:gd name="connsiteY3" fmla="*/ 1212486 h 16501248"/>
              <a:gd name="connsiteX4" fmla="*/ 1200626 w 3550921"/>
              <a:gd name="connsiteY4" fmla="*/ 14227 h 16501248"/>
              <a:gd name="connsiteX5" fmla="*/ 3550921 w 3550921"/>
              <a:gd name="connsiteY5" fmla="*/ 0 h 16501248"/>
              <a:gd name="connsiteX0" fmla="*/ 0 w 3550921"/>
              <a:gd name="connsiteY0" fmla="*/ 3947160 h 3947160"/>
              <a:gd name="connsiteX1" fmla="*/ 0 w 3550921"/>
              <a:gd name="connsiteY1" fmla="*/ 3002280 h 3947160"/>
              <a:gd name="connsiteX2" fmla="*/ 2235 w 3550921"/>
              <a:gd name="connsiteY2" fmla="*/ 1212486 h 3947160"/>
              <a:gd name="connsiteX3" fmla="*/ 1200626 w 3550921"/>
              <a:gd name="connsiteY3" fmla="*/ 14227 h 3947160"/>
              <a:gd name="connsiteX4" fmla="*/ 3550921 w 3550921"/>
              <a:gd name="connsiteY4" fmla="*/ 0 h 3947160"/>
              <a:gd name="connsiteX0" fmla="*/ 0 w 3550921"/>
              <a:gd name="connsiteY0" fmla="*/ 3002280 h 3002280"/>
              <a:gd name="connsiteX1" fmla="*/ 2235 w 3550921"/>
              <a:gd name="connsiteY1" fmla="*/ 1212486 h 3002280"/>
              <a:gd name="connsiteX2" fmla="*/ 1200626 w 3550921"/>
              <a:gd name="connsiteY2" fmla="*/ 14227 h 3002280"/>
              <a:gd name="connsiteX3" fmla="*/ 3550921 w 3550921"/>
              <a:gd name="connsiteY3" fmla="*/ 0 h 3002280"/>
              <a:gd name="connsiteX0" fmla="*/ 2845 w 3548686"/>
              <a:gd name="connsiteY0" fmla="*/ 2799080 h 2799080"/>
              <a:gd name="connsiteX1" fmla="*/ 0 w 3548686"/>
              <a:gd name="connsiteY1" fmla="*/ 1212486 h 2799080"/>
              <a:gd name="connsiteX2" fmla="*/ 1198391 w 3548686"/>
              <a:gd name="connsiteY2" fmla="*/ 14227 h 2799080"/>
              <a:gd name="connsiteX3" fmla="*/ 3548686 w 3548686"/>
              <a:gd name="connsiteY3" fmla="*/ 0 h 2799080"/>
              <a:gd name="connsiteX0" fmla="*/ 2845 w 3548686"/>
              <a:gd name="connsiteY0" fmla="*/ 2707640 h 2707640"/>
              <a:gd name="connsiteX1" fmla="*/ 0 w 3548686"/>
              <a:gd name="connsiteY1" fmla="*/ 1212486 h 2707640"/>
              <a:gd name="connsiteX2" fmla="*/ 1198391 w 3548686"/>
              <a:gd name="connsiteY2" fmla="*/ 14227 h 2707640"/>
              <a:gd name="connsiteX3" fmla="*/ 3548686 w 3548686"/>
              <a:gd name="connsiteY3" fmla="*/ 0 h 2707640"/>
              <a:gd name="connsiteX0" fmla="*/ 2845 w 3548686"/>
              <a:gd name="connsiteY0" fmla="*/ 2667000 h 2667000"/>
              <a:gd name="connsiteX1" fmla="*/ 0 w 3548686"/>
              <a:gd name="connsiteY1" fmla="*/ 1212486 h 2667000"/>
              <a:gd name="connsiteX2" fmla="*/ 1198391 w 3548686"/>
              <a:gd name="connsiteY2" fmla="*/ 14227 h 2667000"/>
              <a:gd name="connsiteX3" fmla="*/ 3548686 w 3548686"/>
              <a:gd name="connsiteY3" fmla="*/ 0 h 2667000"/>
              <a:gd name="connsiteX0" fmla="*/ 2845 w 3548686"/>
              <a:gd name="connsiteY0" fmla="*/ 2651760 h 2651760"/>
              <a:gd name="connsiteX1" fmla="*/ 0 w 3548686"/>
              <a:gd name="connsiteY1" fmla="*/ 1212486 h 2651760"/>
              <a:gd name="connsiteX2" fmla="*/ 1198391 w 3548686"/>
              <a:gd name="connsiteY2" fmla="*/ 14227 h 2651760"/>
              <a:gd name="connsiteX3" fmla="*/ 3548686 w 3548686"/>
              <a:gd name="connsiteY3" fmla="*/ 0 h 2651760"/>
              <a:gd name="connsiteX0" fmla="*/ 2845 w 3020366"/>
              <a:gd name="connsiteY0" fmla="*/ 2651760 h 2651760"/>
              <a:gd name="connsiteX1" fmla="*/ 0 w 3020366"/>
              <a:gd name="connsiteY1" fmla="*/ 1212486 h 2651760"/>
              <a:gd name="connsiteX2" fmla="*/ 1198391 w 3020366"/>
              <a:gd name="connsiteY2" fmla="*/ 14227 h 2651760"/>
              <a:gd name="connsiteX3" fmla="*/ 3020366 w 3020366"/>
              <a:gd name="connsiteY3" fmla="*/ 0 h 2651760"/>
              <a:gd name="connsiteX0" fmla="*/ 2845 w 2883206"/>
              <a:gd name="connsiteY0" fmla="*/ 2651760 h 2651760"/>
              <a:gd name="connsiteX1" fmla="*/ 0 w 2883206"/>
              <a:gd name="connsiteY1" fmla="*/ 1212486 h 2651760"/>
              <a:gd name="connsiteX2" fmla="*/ 1198391 w 2883206"/>
              <a:gd name="connsiteY2" fmla="*/ 14227 h 2651760"/>
              <a:gd name="connsiteX3" fmla="*/ 2883206 w 2883206"/>
              <a:gd name="connsiteY3" fmla="*/ 0 h 2651760"/>
              <a:gd name="connsiteX0" fmla="*/ 2845 w 2796846"/>
              <a:gd name="connsiteY0" fmla="*/ 2651760 h 2651760"/>
              <a:gd name="connsiteX1" fmla="*/ 0 w 2796846"/>
              <a:gd name="connsiteY1" fmla="*/ 1212486 h 2651760"/>
              <a:gd name="connsiteX2" fmla="*/ 1198391 w 2796846"/>
              <a:gd name="connsiteY2" fmla="*/ 14227 h 2651760"/>
              <a:gd name="connsiteX3" fmla="*/ 2796846 w 2796846"/>
              <a:gd name="connsiteY3" fmla="*/ 0 h 2651760"/>
              <a:gd name="connsiteX0" fmla="*/ 2845 w 2735886"/>
              <a:gd name="connsiteY0" fmla="*/ 2656840 h 2656840"/>
              <a:gd name="connsiteX1" fmla="*/ 0 w 2735886"/>
              <a:gd name="connsiteY1" fmla="*/ 1217566 h 2656840"/>
              <a:gd name="connsiteX2" fmla="*/ 1198391 w 2735886"/>
              <a:gd name="connsiteY2" fmla="*/ 19307 h 2656840"/>
              <a:gd name="connsiteX3" fmla="*/ 2735886 w 2735886"/>
              <a:gd name="connsiteY3" fmla="*/ 0 h 2656840"/>
              <a:gd name="connsiteX0" fmla="*/ 2845 w 2674926"/>
              <a:gd name="connsiteY0" fmla="*/ 2651760 h 2651760"/>
              <a:gd name="connsiteX1" fmla="*/ 0 w 2674926"/>
              <a:gd name="connsiteY1" fmla="*/ 1212486 h 2651760"/>
              <a:gd name="connsiteX2" fmla="*/ 1198391 w 2674926"/>
              <a:gd name="connsiteY2" fmla="*/ 14227 h 2651760"/>
              <a:gd name="connsiteX3" fmla="*/ 2674926 w 2674926"/>
              <a:gd name="connsiteY3" fmla="*/ 0 h 2651760"/>
              <a:gd name="connsiteX0" fmla="*/ 2845 w 2674926"/>
              <a:gd name="connsiteY0" fmla="*/ 2651760 h 2651760"/>
              <a:gd name="connsiteX1" fmla="*/ 0 w 2674926"/>
              <a:gd name="connsiteY1" fmla="*/ 1212486 h 2651760"/>
              <a:gd name="connsiteX2" fmla="*/ 1198391 w 2674926"/>
              <a:gd name="connsiteY2" fmla="*/ 14227 h 2651760"/>
              <a:gd name="connsiteX3" fmla="*/ 2674926 w 2674926"/>
              <a:gd name="connsiteY3" fmla="*/ 0 h 2651760"/>
              <a:gd name="connsiteX0" fmla="*/ 2845 w 2644446"/>
              <a:gd name="connsiteY0" fmla="*/ 2651760 h 2651760"/>
              <a:gd name="connsiteX1" fmla="*/ 0 w 2644446"/>
              <a:gd name="connsiteY1" fmla="*/ 1212486 h 2651760"/>
              <a:gd name="connsiteX2" fmla="*/ 1198391 w 2644446"/>
              <a:gd name="connsiteY2" fmla="*/ 14227 h 2651760"/>
              <a:gd name="connsiteX3" fmla="*/ 2644446 w 2644446"/>
              <a:gd name="connsiteY3" fmla="*/ 0 h 2651760"/>
              <a:gd name="connsiteX0" fmla="*/ 2845 w 2608886"/>
              <a:gd name="connsiteY0" fmla="*/ 2651760 h 2651760"/>
              <a:gd name="connsiteX1" fmla="*/ 0 w 2608886"/>
              <a:gd name="connsiteY1" fmla="*/ 1212486 h 2651760"/>
              <a:gd name="connsiteX2" fmla="*/ 1198391 w 2608886"/>
              <a:gd name="connsiteY2" fmla="*/ 14227 h 2651760"/>
              <a:gd name="connsiteX3" fmla="*/ 2608886 w 2608886"/>
              <a:gd name="connsiteY3" fmla="*/ 0 h 2651760"/>
              <a:gd name="connsiteX0" fmla="*/ 2845 w 2598726"/>
              <a:gd name="connsiteY0" fmla="*/ 2646680 h 2646680"/>
              <a:gd name="connsiteX1" fmla="*/ 0 w 2598726"/>
              <a:gd name="connsiteY1" fmla="*/ 1207406 h 2646680"/>
              <a:gd name="connsiteX2" fmla="*/ 1198391 w 2598726"/>
              <a:gd name="connsiteY2" fmla="*/ 9147 h 2646680"/>
              <a:gd name="connsiteX3" fmla="*/ 2598726 w 2598726"/>
              <a:gd name="connsiteY3" fmla="*/ 0 h 2646680"/>
              <a:gd name="connsiteX0" fmla="*/ 2845 w 2558086"/>
              <a:gd name="connsiteY0" fmla="*/ 2641600 h 2641600"/>
              <a:gd name="connsiteX1" fmla="*/ 0 w 2558086"/>
              <a:gd name="connsiteY1" fmla="*/ 1202326 h 2641600"/>
              <a:gd name="connsiteX2" fmla="*/ 1198391 w 2558086"/>
              <a:gd name="connsiteY2" fmla="*/ 4067 h 2641600"/>
              <a:gd name="connsiteX3" fmla="*/ 2558086 w 2558086"/>
              <a:gd name="connsiteY3" fmla="*/ 0 h 2641600"/>
              <a:gd name="connsiteX0" fmla="*/ 2845 w 2556181"/>
              <a:gd name="connsiteY0" fmla="*/ 2641600 h 2641600"/>
              <a:gd name="connsiteX1" fmla="*/ 0 w 2556181"/>
              <a:gd name="connsiteY1" fmla="*/ 1202326 h 2641600"/>
              <a:gd name="connsiteX2" fmla="*/ 1198391 w 2556181"/>
              <a:gd name="connsiteY2" fmla="*/ 4067 h 2641600"/>
              <a:gd name="connsiteX3" fmla="*/ 2556181 w 2556181"/>
              <a:gd name="connsiteY3" fmla="*/ 0 h 264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6181" h="2641600">
                <a:moveTo>
                  <a:pt x="2845" y="2641600"/>
                </a:moveTo>
                <a:cubicBezTo>
                  <a:pt x="1897" y="2112735"/>
                  <a:pt x="948" y="1731191"/>
                  <a:pt x="0" y="1202326"/>
                </a:cubicBezTo>
                <a:cubicBezTo>
                  <a:pt x="0" y="540519"/>
                  <a:pt x="536541" y="4067"/>
                  <a:pt x="1198391" y="4067"/>
                </a:cubicBezTo>
                <a:lnTo>
                  <a:pt x="2556181" y="0"/>
                </a:lnTo>
              </a:path>
            </a:pathLst>
          </a:custGeom>
          <a:noFill/>
          <a:ln w="1356897" cap="sq">
            <a:solidFill>
              <a:schemeClr val="accent4">
                <a:alpha val="89000"/>
              </a:schemeClr>
            </a:solidFill>
            <a:prstDash val="solid"/>
            <a:round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2121408"/>
            <a:ext cx="6510528" cy="3578352"/>
          </a:xfrm>
        </p:spPr>
        <p:txBody>
          <a:bodyPr/>
          <a:lstStyle>
            <a:lvl1pPr marL="0" indent="0">
              <a:buNone/>
              <a:defRPr sz="1800"/>
            </a:lvl1pPr>
            <a:lvl2pPr marL="283464">
              <a:defRPr sz="1800"/>
            </a:lvl2pPr>
            <a:lvl3pPr marL="566928">
              <a:defRPr sz="1600"/>
            </a:lvl3pPr>
            <a:lvl4pPr marL="758952">
              <a:defRPr sz="1400"/>
            </a:lvl4pPr>
            <a:lvl5pPr marL="1042416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3602100-4B1B-08F9-3FE3-A39515512D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5" name="Graphic 24">
            <a:extLst>
              <a:ext uri="{FF2B5EF4-FFF2-40B4-BE49-F238E27FC236}">
                <a16:creationId xmlns:a16="http://schemas.microsoft.com/office/drawing/2014/main" id="{3A387C14-96A1-A53F-B0C4-8C320C0E434B}"/>
              </a:ext>
            </a:extLst>
          </p:cNvPr>
          <p:cNvSpPr/>
          <p:nvPr/>
        </p:nvSpPr>
        <p:spPr>
          <a:xfrm>
            <a:off x="8928734" y="3558489"/>
            <a:ext cx="3162299" cy="3196641"/>
          </a:xfrm>
          <a:custGeom>
            <a:avLst/>
            <a:gdLst>
              <a:gd name="connsiteX0" fmla="*/ -3730 w 9166847"/>
              <a:gd name="connsiteY0" fmla="*/ 5764965 h 5765688"/>
              <a:gd name="connsiteX1" fmla="*/ -3730 w 9166847"/>
              <a:gd name="connsiteY1" fmla="*/ 1152444 h 5765688"/>
              <a:gd name="connsiteX2" fmla="*/ 1189314 w 9166847"/>
              <a:gd name="connsiteY2" fmla="*/ -724 h 5765688"/>
              <a:gd name="connsiteX3" fmla="*/ 9163118 w 9166847"/>
              <a:gd name="connsiteY3" fmla="*/ 36857 h 5765688"/>
              <a:gd name="connsiteX0" fmla="*/ 0 w 9166848"/>
              <a:gd name="connsiteY0" fmla="*/ 5765689 h 5765689"/>
              <a:gd name="connsiteX1" fmla="*/ 0 w 9166848"/>
              <a:gd name="connsiteY1" fmla="*/ 1153168 h 5765689"/>
              <a:gd name="connsiteX2" fmla="*/ 1193044 w 9166848"/>
              <a:gd name="connsiteY2" fmla="*/ 0 h 5765689"/>
              <a:gd name="connsiteX3" fmla="*/ 2736923 w 9166848"/>
              <a:gd name="connsiteY3" fmla="*/ 1574 h 5765689"/>
              <a:gd name="connsiteX4" fmla="*/ 9166848 w 9166848"/>
              <a:gd name="connsiteY4" fmla="*/ 37581 h 5765689"/>
              <a:gd name="connsiteX0" fmla="*/ 0 w 9166848"/>
              <a:gd name="connsiteY0" fmla="*/ 5765689 h 5765689"/>
              <a:gd name="connsiteX1" fmla="*/ 0 w 9166848"/>
              <a:gd name="connsiteY1" fmla="*/ 1153168 h 5765689"/>
              <a:gd name="connsiteX2" fmla="*/ 1193044 w 9166848"/>
              <a:gd name="connsiteY2" fmla="*/ 0 h 5765689"/>
              <a:gd name="connsiteX3" fmla="*/ 2736923 w 9166848"/>
              <a:gd name="connsiteY3" fmla="*/ 1574 h 5765689"/>
              <a:gd name="connsiteX4" fmla="*/ 3169739 w 9166848"/>
              <a:gd name="connsiteY4" fmla="*/ 7671 h 5765689"/>
              <a:gd name="connsiteX5" fmla="*/ 9166848 w 9166848"/>
              <a:gd name="connsiteY5" fmla="*/ 37581 h 5765689"/>
              <a:gd name="connsiteX0" fmla="*/ 0 w 3169739"/>
              <a:gd name="connsiteY0" fmla="*/ 5765689 h 5765689"/>
              <a:gd name="connsiteX1" fmla="*/ 0 w 3169739"/>
              <a:gd name="connsiteY1" fmla="*/ 1153168 h 5765689"/>
              <a:gd name="connsiteX2" fmla="*/ 1193044 w 3169739"/>
              <a:gd name="connsiteY2" fmla="*/ 0 h 5765689"/>
              <a:gd name="connsiteX3" fmla="*/ 2736923 w 3169739"/>
              <a:gd name="connsiteY3" fmla="*/ 1574 h 5765689"/>
              <a:gd name="connsiteX4" fmla="*/ 3169739 w 3169739"/>
              <a:gd name="connsiteY4" fmla="*/ 7671 h 5765689"/>
              <a:gd name="connsiteX0" fmla="*/ 0 w 3160214"/>
              <a:gd name="connsiteY0" fmla="*/ 5765689 h 5765689"/>
              <a:gd name="connsiteX1" fmla="*/ 0 w 3160214"/>
              <a:gd name="connsiteY1" fmla="*/ 1153168 h 5765689"/>
              <a:gd name="connsiteX2" fmla="*/ 1193044 w 3160214"/>
              <a:gd name="connsiteY2" fmla="*/ 0 h 5765689"/>
              <a:gd name="connsiteX3" fmla="*/ 2736923 w 3160214"/>
              <a:gd name="connsiteY3" fmla="*/ 1574 h 5765689"/>
              <a:gd name="connsiteX4" fmla="*/ 3160214 w 3160214"/>
              <a:gd name="connsiteY4" fmla="*/ 7671 h 5765689"/>
              <a:gd name="connsiteX0" fmla="*/ 2085 w 3162299"/>
              <a:gd name="connsiteY0" fmla="*/ 5765689 h 5765689"/>
              <a:gd name="connsiteX1" fmla="*/ 0 w 3162299"/>
              <a:gd name="connsiteY1" fmla="*/ 3173781 h 5765689"/>
              <a:gd name="connsiteX2" fmla="*/ 2085 w 3162299"/>
              <a:gd name="connsiteY2" fmla="*/ 1153168 h 5765689"/>
              <a:gd name="connsiteX3" fmla="*/ 1195129 w 3162299"/>
              <a:gd name="connsiteY3" fmla="*/ 0 h 5765689"/>
              <a:gd name="connsiteX4" fmla="*/ 2739008 w 3162299"/>
              <a:gd name="connsiteY4" fmla="*/ 1574 h 5765689"/>
              <a:gd name="connsiteX5" fmla="*/ 3162299 w 3162299"/>
              <a:gd name="connsiteY5" fmla="*/ 7671 h 5765689"/>
              <a:gd name="connsiteX0" fmla="*/ 0 w 3162299"/>
              <a:gd name="connsiteY0" fmla="*/ 3173781 h 3173781"/>
              <a:gd name="connsiteX1" fmla="*/ 2085 w 3162299"/>
              <a:gd name="connsiteY1" fmla="*/ 1153168 h 3173781"/>
              <a:gd name="connsiteX2" fmla="*/ 1195129 w 3162299"/>
              <a:gd name="connsiteY2" fmla="*/ 0 h 3173781"/>
              <a:gd name="connsiteX3" fmla="*/ 2739008 w 3162299"/>
              <a:gd name="connsiteY3" fmla="*/ 1574 h 3173781"/>
              <a:gd name="connsiteX4" fmla="*/ 3162299 w 3162299"/>
              <a:gd name="connsiteY4" fmla="*/ 7671 h 3173781"/>
              <a:gd name="connsiteX0" fmla="*/ 0 w 3162299"/>
              <a:gd name="connsiteY0" fmla="*/ 3196641 h 3196641"/>
              <a:gd name="connsiteX1" fmla="*/ 2085 w 3162299"/>
              <a:gd name="connsiteY1" fmla="*/ 1153168 h 3196641"/>
              <a:gd name="connsiteX2" fmla="*/ 1195129 w 3162299"/>
              <a:gd name="connsiteY2" fmla="*/ 0 h 3196641"/>
              <a:gd name="connsiteX3" fmla="*/ 2739008 w 3162299"/>
              <a:gd name="connsiteY3" fmla="*/ 1574 h 3196641"/>
              <a:gd name="connsiteX4" fmla="*/ 3162299 w 3162299"/>
              <a:gd name="connsiteY4" fmla="*/ 7671 h 3196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62299" h="3196641">
                <a:moveTo>
                  <a:pt x="0" y="3196641"/>
                </a:moveTo>
                <a:lnTo>
                  <a:pt x="2085" y="1153168"/>
                </a:lnTo>
                <a:cubicBezTo>
                  <a:pt x="2085" y="516291"/>
                  <a:pt x="536218" y="0"/>
                  <a:pt x="1195129" y="0"/>
                </a:cubicBezTo>
                <a:lnTo>
                  <a:pt x="2739008" y="1574"/>
                </a:lnTo>
                <a:lnTo>
                  <a:pt x="3162299" y="7671"/>
                </a:lnTo>
              </a:path>
            </a:pathLst>
          </a:custGeom>
          <a:noFill/>
          <a:ln w="225588" cap="sq">
            <a:solidFill>
              <a:srgbClr val="FDF9E2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9E9B68F-058D-E637-2550-5DA70E3D0D41}"/>
              </a:ext>
            </a:extLst>
          </p:cNvPr>
          <p:cNvSpPr/>
          <p:nvPr userDrawn="1"/>
        </p:nvSpPr>
        <p:spPr>
          <a:xfrm>
            <a:off x="10310340" y="2011478"/>
            <a:ext cx="1628275" cy="1628275"/>
          </a:xfrm>
          <a:prstGeom prst="ellipse">
            <a:avLst/>
          </a:prstGeom>
          <a:solidFill>
            <a:schemeClr val="accent6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6188A037-6B9F-861E-36A7-10311D6127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0972" r="31496"/>
          <a:stretch>
            <a:fillRect/>
          </a:stretch>
        </p:blipFill>
        <p:spPr>
          <a:xfrm>
            <a:off x="12700" y="6051321"/>
            <a:ext cx="12192000" cy="528377"/>
          </a:xfrm>
          <a:custGeom>
            <a:avLst/>
            <a:gdLst>
              <a:gd name="connsiteX0" fmla="*/ 0 w 6858000"/>
              <a:gd name="connsiteY0" fmla="*/ 400156 h 400156"/>
              <a:gd name="connsiteX1" fmla="*/ 0 w 6858000"/>
              <a:gd name="connsiteY1" fmla="*/ 0 h 400156"/>
              <a:gd name="connsiteX2" fmla="*/ 6858000 w 6858000"/>
              <a:gd name="connsiteY2" fmla="*/ 0 h 400156"/>
              <a:gd name="connsiteX3" fmla="*/ 6858000 w 6858000"/>
              <a:gd name="connsiteY3" fmla="*/ 400156 h 400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400156">
                <a:moveTo>
                  <a:pt x="0" y="400156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400156"/>
                </a:lnTo>
                <a:close/>
              </a:path>
            </a:pathLst>
          </a:cu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1C9183AD-9166-27E4-F8C4-4AAE1C7F0BB9}"/>
              </a:ext>
            </a:extLst>
          </p:cNvPr>
          <p:cNvSpPr/>
          <p:nvPr userDrawn="1"/>
        </p:nvSpPr>
        <p:spPr>
          <a:xfrm>
            <a:off x="9130046" y="6134101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FED6151-9FDE-FB42-89FC-0347B6A3276D}"/>
              </a:ext>
            </a:extLst>
          </p:cNvPr>
          <p:cNvSpPr/>
          <p:nvPr userDrawn="1"/>
        </p:nvSpPr>
        <p:spPr>
          <a:xfrm>
            <a:off x="8385329" y="6134101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Footer Placeholder 45">
            <a:extLst>
              <a:ext uri="{FF2B5EF4-FFF2-40B4-BE49-F238E27FC236}">
                <a16:creationId xmlns:a16="http://schemas.microsoft.com/office/drawing/2014/main" id="{41E6D8BC-2E14-B95F-1E2F-30FF6EE3AE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7" name="Slide Number Placeholder 46">
            <a:extLst>
              <a:ext uri="{FF2B5EF4-FFF2-40B4-BE49-F238E27FC236}">
                <a16:creationId xmlns:a16="http://schemas.microsoft.com/office/drawing/2014/main" id="{89B6F428-7A93-4AA9-C12A-2A93DFEAF0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8116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raphic 43">
            <a:extLst>
              <a:ext uri="{FF2B5EF4-FFF2-40B4-BE49-F238E27FC236}">
                <a16:creationId xmlns:a16="http://schemas.microsoft.com/office/drawing/2014/main" id="{94240F9C-F2B6-6263-0817-7E0809D9DF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85327"/>
          <a:stretch>
            <a:fillRect/>
          </a:stretch>
        </p:blipFill>
        <p:spPr>
          <a:xfrm rot="16200000">
            <a:off x="8348893" y="2856018"/>
            <a:ext cx="6718341" cy="1006304"/>
          </a:xfrm>
          <a:custGeom>
            <a:avLst/>
            <a:gdLst>
              <a:gd name="connsiteX0" fmla="*/ 0 w 6718341"/>
              <a:gd name="connsiteY0" fmla="*/ 0 h 1006304"/>
              <a:gd name="connsiteX1" fmla="*/ 6718341 w 6718341"/>
              <a:gd name="connsiteY1" fmla="*/ 0 h 1006304"/>
              <a:gd name="connsiteX2" fmla="*/ 6718341 w 6718341"/>
              <a:gd name="connsiteY2" fmla="*/ 1006304 h 1006304"/>
              <a:gd name="connsiteX3" fmla="*/ 0 w 6718341"/>
              <a:gd name="connsiteY3" fmla="*/ 1006304 h 1006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18341" h="1006304">
                <a:moveTo>
                  <a:pt x="0" y="0"/>
                </a:moveTo>
                <a:lnTo>
                  <a:pt x="6718341" y="0"/>
                </a:lnTo>
                <a:lnTo>
                  <a:pt x="6718341" y="1006304"/>
                </a:lnTo>
                <a:lnTo>
                  <a:pt x="0" y="1006304"/>
                </a:lnTo>
                <a:close/>
              </a:path>
            </a:pathLst>
          </a:custGeom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024F3BA7-5767-DA19-90B2-79087CCD234A}"/>
              </a:ext>
            </a:extLst>
          </p:cNvPr>
          <p:cNvSpPr/>
          <p:nvPr userDrawn="1"/>
        </p:nvSpPr>
        <p:spPr>
          <a:xfrm>
            <a:off x="11280648" y="1079982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5941C3B-69D9-2131-DE98-77882C6B492E}"/>
              </a:ext>
            </a:extLst>
          </p:cNvPr>
          <p:cNvSpPr/>
          <p:nvPr userDrawn="1"/>
        </p:nvSpPr>
        <p:spPr>
          <a:xfrm>
            <a:off x="9885091" y="4608699"/>
            <a:ext cx="1628275" cy="1628275"/>
          </a:xfrm>
          <a:prstGeom prst="ellipse">
            <a:avLst/>
          </a:prstGeom>
          <a:solidFill>
            <a:schemeClr val="accent3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pic>
        <p:nvPicPr>
          <p:cNvPr id="72" name="Graphic 71">
            <a:extLst>
              <a:ext uri="{FF2B5EF4-FFF2-40B4-BE49-F238E27FC236}">
                <a16:creationId xmlns:a16="http://schemas.microsoft.com/office/drawing/2014/main" id="{F2C371ED-FE8B-10E6-6B09-AB1AF954AA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4820" t="41526" b="3152"/>
          <a:stretch/>
        </p:blipFill>
        <p:spPr>
          <a:xfrm>
            <a:off x="-63921" y="5642"/>
            <a:ext cx="3769859" cy="6852356"/>
          </a:xfrm>
          <a:custGeom>
            <a:avLst/>
            <a:gdLst>
              <a:gd name="connsiteX0" fmla="*/ 0 w 3769859"/>
              <a:gd name="connsiteY0" fmla="*/ 0 h 6852356"/>
              <a:gd name="connsiteX1" fmla="*/ 3769859 w 3769859"/>
              <a:gd name="connsiteY1" fmla="*/ 0 h 6852356"/>
              <a:gd name="connsiteX2" fmla="*/ 3769859 w 3769859"/>
              <a:gd name="connsiteY2" fmla="*/ 6852356 h 6852356"/>
              <a:gd name="connsiteX3" fmla="*/ 0 w 3769859"/>
              <a:gd name="connsiteY3" fmla="*/ 6852356 h 6852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9859" h="6852356">
                <a:moveTo>
                  <a:pt x="0" y="0"/>
                </a:moveTo>
                <a:lnTo>
                  <a:pt x="3769859" y="0"/>
                </a:lnTo>
                <a:lnTo>
                  <a:pt x="3769859" y="6852356"/>
                </a:lnTo>
                <a:lnTo>
                  <a:pt x="0" y="6852356"/>
                </a:lnTo>
                <a:close/>
              </a:path>
            </a:pathLst>
          </a:cu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E6DDC0DD-511A-395D-6DF6-B3EBA937EF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0633" b="65821"/>
          <a:stretch>
            <a:fillRect/>
          </a:stretch>
        </p:blipFill>
        <p:spPr>
          <a:xfrm flipV="1">
            <a:off x="5869" y="1"/>
            <a:ext cx="5332115" cy="2343995"/>
          </a:xfrm>
          <a:custGeom>
            <a:avLst/>
            <a:gdLst>
              <a:gd name="connsiteX0" fmla="*/ 0 w 5332115"/>
              <a:gd name="connsiteY0" fmla="*/ 2343995 h 2343995"/>
              <a:gd name="connsiteX1" fmla="*/ 5332115 w 5332115"/>
              <a:gd name="connsiteY1" fmla="*/ 2343995 h 2343995"/>
              <a:gd name="connsiteX2" fmla="*/ 5332115 w 5332115"/>
              <a:gd name="connsiteY2" fmla="*/ 0 h 2343995"/>
              <a:gd name="connsiteX3" fmla="*/ 0 w 5332115"/>
              <a:gd name="connsiteY3" fmla="*/ 0 h 2343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32115" h="2343995">
                <a:moveTo>
                  <a:pt x="0" y="2343995"/>
                </a:moveTo>
                <a:lnTo>
                  <a:pt x="5332115" y="2343995"/>
                </a:lnTo>
                <a:lnTo>
                  <a:pt x="5332115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A03A29F6-2DC7-B284-F21B-10BBEECC052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4165" t="77500"/>
          <a:stretch>
            <a:fillRect/>
          </a:stretch>
        </p:blipFill>
        <p:spPr>
          <a:xfrm>
            <a:off x="-16872" y="-29980"/>
            <a:ext cx="4459335" cy="1601124"/>
          </a:xfrm>
          <a:custGeom>
            <a:avLst/>
            <a:gdLst>
              <a:gd name="connsiteX0" fmla="*/ 0 w 4459335"/>
              <a:gd name="connsiteY0" fmla="*/ 0 h 1543022"/>
              <a:gd name="connsiteX1" fmla="*/ 4459335 w 4459335"/>
              <a:gd name="connsiteY1" fmla="*/ 0 h 1543022"/>
              <a:gd name="connsiteX2" fmla="*/ 4459335 w 4459335"/>
              <a:gd name="connsiteY2" fmla="*/ 1543022 h 1543022"/>
              <a:gd name="connsiteX3" fmla="*/ 0 w 4459335"/>
              <a:gd name="connsiteY3" fmla="*/ 1543022 h 1543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335" h="1543022">
                <a:moveTo>
                  <a:pt x="0" y="0"/>
                </a:moveTo>
                <a:lnTo>
                  <a:pt x="4459335" y="0"/>
                </a:lnTo>
                <a:lnTo>
                  <a:pt x="4459335" y="1543022"/>
                </a:lnTo>
                <a:lnTo>
                  <a:pt x="0" y="1543022"/>
                </a:lnTo>
                <a:close/>
              </a:path>
            </a:pathLst>
          </a:custGeom>
        </p:spPr>
      </p:pic>
      <p:sp>
        <p:nvSpPr>
          <p:cNvPr id="64" name="Oval 63">
            <a:extLst>
              <a:ext uri="{FF2B5EF4-FFF2-40B4-BE49-F238E27FC236}">
                <a16:creationId xmlns:a16="http://schemas.microsoft.com/office/drawing/2014/main" id="{5E42667F-7399-2294-D94B-CB84510A0E95}"/>
              </a:ext>
            </a:extLst>
          </p:cNvPr>
          <p:cNvSpPr/>
          <p:nvPr userDrawn="1"/>
        </p:nvSpPr>
        <p:spPr>
          <a:xfrm>
            <a:off x="3261092" y="1890018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Graphic 25" hidden="1">
            <a:extLst>
              <a:ext uri="{FF2B5EF4-FFF2-40B4-BE49-F238E27FC236}">
                <a16:creationId xmlns:a16="http://schemas.microsoft.com/office/drawing/2014/main" id="{422E8005-83A8-3555-6EFB-842E78C629DF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162"/>
          <a:stretch/>
        </p:blipFill>
        <p:spPr>
          <a:xfrm>
            <a:off x="-6187440" y="1779373"/>
            <a:ext cx="20888725" cy="4583992"/>
          </a:xfrm>
          <a:custGeom>
            <a:avLst/>
            <a:gdLst>
              <a:gd name="connsiteX0" fmla="*/ 6153662 w 20854947"/>
              <a:gd name="connsiteY0" fmla="*/ 0 h 4583992"/>
              <a:gd name="connsiteX1" fmla="*/ 20854947 w 20854947"/>
              <a:gd name="connsiteY1" fmla="*/ 0 h 4583992"/>
              <a:gd name="connsiteX2" fmla="*/ 20854947 w 20854947"/>
              <a:gd name="connsiteY2" fmla="*/ 2190264 h 4583992"/>
              <a:gd name="connsiteX3" fmla="*/ 18345663 w 20854947"/>
              <a:gd name="connsiteY3" fmla="*/ 2190264 h 4583992"/>
              <a:gd name="connsiteX4" fmla="*/ 18345663 w 20854947"/>
              <a:gd name="connsiteY4" fmla="*/ 4583992 h 4583992"/>
              <a:gd name="connsiteX5" fmla="*/ 0 w 20854947"/>
              <a:gd name="connsiteY5" fmla="*/ 4583992 h 4583992"/>
              <a:gd name="connsiteX6" fmla="*/ 0 w 20854947"/>
              <a:gd name="connsiteY6" fmla="*/ 4313374 h 4583992"/>
              <a:gd name="connsiteX7" fmla="*/ 6153662 w 20854947"/>
              <a:gd name="connsiteY7" fmla="*/ 4313374 h 4583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54947" h="4583992">
                <a:moveTo>
                  <a:pt x="6153662" y="0"/>
                </a:moveTo>
                <a:lnTo>
                  <a:pt x="20854947" y="0"/>
                </a:lnTo>
                <a:lnTo>
                  <a:pt x="20854947" y="2190264"/>
                </a:lnTo>
                <a:lnTo>
                  <a:pt x="18345663" y="2190264"/>
                </a:lnTo>
                <a:lnTo>
                  <a:pt x="18345663" y="4583992"/>
                </a:lnTo>
                <a:lnTo>
                  <a:pt x="0" y="4583992"/>
                </a:lnTo>
                <a:lnTo>
                  <a:pt x="0" y="4313374"/>
                </a:lnTo>
                <a:lnTo>
                  <a:pt x="6153662" y="4313374"/>
                </a:lnTo>
                <a:close/>
              </a:path>
            </a:pathLst>
          </a:custGeom>
        </p:spPr>
      </p:pic>
      <p:sp>
        <p:nvSpPr>
          <p:cNvPr id="73" name="Title 1">
            <a:extLst>
              <a:ext uri="{FF2B5EF4-FFF2-40B4-BE49-F238E27FC236}">
                <a16:creationId xmlns:a16="http://schemas.microsoft.com/office/drawing/2014/main" id="{11BE7A0F-8563-C84F-54DB-CF04C6DAD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5583" y="2214823"/>
            <a:ext cx="3769859" cy="1975104"/>
          </a:xfrm>
        </p:spPr>
        <p:txBody>
          <a:bodyPr anchor="b">
            <a:no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54F95-4CC9-871D-2B3D-873AB0B21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96231" y="4278235"/>
            <a:ext cx="3081528" cy="1170432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727608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F45380E4-4280-4D6A-412C-BEC95C8CA7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E2DEC6B-E418-F7FA-5D06-66914BE64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CDBC6FA3-472C-62C4-429A-28029D228DD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F0B4C4FF-8EF1-767D-7C77-03D625E4B32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3964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A48C42A6-E4A3-57E4-DBFE-86C89D6D36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272D4-D364-93D2-A948-9DD478627E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DD4E5-F3CE-6199-31DD-1C03C409E0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1291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3FA20FC2-E959-7E20-4647-E505BD8BE4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56E61-4EF1-44C9-6CC9-6876765A7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057400"/>
            <a:ext cx="6172200" cy="40690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7802A7-DF1B-DE1B-4EA4-055C59350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40690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B2F4222-9F0A-A7FE-DFA4-39F2D1A27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9174264-0D17-CF28-8778-3DD02FD42C4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FFFA002-049D-7794-5114-044DA2B571D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F54A2A46-C45B-ED08-EE41-CEC7D35473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A4EA03-DC7A-CC5C-0E56-20FDFBD152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0012" y="1725930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A30CC9-5F1C-933D-A4C9-7DCE2F039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304BF9-EDC8-7868-84C1-6CCB690381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FE0970-0DB3-2D10-BEAE-54A52070A1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C668391-E0E0-74A5-F96F-B67ECAE86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11728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1E197C-8454-08AA-A652-357480D98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30FAC-6DFA-F32C-E62D-5C32C06A02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2271" y="62344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B62FF-DCC3-B0E5-E9C3-736A708235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51903" y="809244"/>
            <a:ext cx="941832" cy="621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>
                <a:solidFill>
                  <a:schemeClr val="bg2"/>
                </a:solidFill>
              </a:defRPr>
            </a:lvl1pPr>
          </a:lstStyle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EEFFBFB-5A27-2D81-3931-C98447651EF4}"/>
              </a:ext>
            </a:extLst>
          </p:cNvPr>
          <p:cNvSpPr/>
          <p:nvPr userDrawn="1"/>
        </p:nvSpPr>
        <p:spPr>
          <a:xfrm>
            <a:off x="732271" y="723899"/>
            <a:ext cx="10727977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495E283-E2C6-EE8C-5FC9-96FD9B2DC537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EB7FA7-6E9C-81BB-8E55-A22BFF734E24}"/>
              </a:ext>
            </a:extLst>
          </p:cNvPr>
          <p:cNvCxnSpPr>
            <a:cxnSpLocks/>
          </p:cNvCxnSpPr>
          <p:nvPr userDrawn="1"/>
        </p:nvCxnSpPr>
        <p:spPr>
          <a:xfrm>
            <a:off x="1655064" y="722376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Graphic 28">
            <a:extLst>
              <a:ext uri="{FF2B5EF4-FFF2-40B4-BE49-F238E27FC236}">
                <a16:creationId xmlns:a16="http://schemas.microsoft.com/office/drawing/2014/main" id="{77E78B78-C9C0-6811-5C24-BA7F4E612036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13498771">
            <a:off x="868523" y="778989"/>
            <a:ext cx="660389" cy="660389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F9C8F7F-2A36-A3D8-7C9C-CFDFFF47B82A}"/>
              </a:ext>
            </a:extLst>
          </p:cNvPr>
          <p:cNvCxnSpPr>
            <a:cxnSpLocks/>
          </p:cNvCxnSpPr>
          <p:nvPr userDrawn="1"/>
        </p:nvCxnSpPr>
        <p:spPr>
          <a:xfrm>
            <a:off x="2593735" y="718779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59602F-1B68-185F-6DA7-FDDA1F06A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7480" y="731520"/>
            <a:ext cx="8762246" cy="777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48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51" r:id="rId4"/>
    <p:sldLayoutId id="2147483658" r:id="rId5"/>
    <p:sldLayoutId id="2147483663" r:id="rId6"/>
    <p:sldLayoutId id="2147483664" r:id="rId7"/>
    <p:sldLayoutId id="2147483659" r:id="rId8"/>
    <p:sldLayoutId id="2147483660" r:id="rId9"/>
    <p:sldLayoutId id="2147483661" r:id="rId10"/>
    <p:sldLayoutId id="2147483652" r:id="rId11"/>
    <p:sldLayoutId id="2147483667" r:id="rId12"/>
    <p:sldLayoutId id="2147483653" r:id="rId13"/>
    <p:sldLayoutId id="2147483668" r:id="rId14"/>
    <p:sldLayoutId id="2147483665" r:id="rId15"/>
    <p:sldLayoutId id="2147483666" r:id="rId16"/>
    <p:sldLayoutId id="2147483654" r:id="rId17"/>
    <p:sldLayoutId id="2147483655" r:id="rId18"/>
    <p:sldLayoutId id="2147483656" r:id="rId19"/>
    <p:sldLayoutId id="2147483657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3464" indent="-283464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66928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strosage.com/" TargetMode="Externa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28762-BFD9-B53C-F438-D440DBFDD2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2850" y="1276350"/>
            <a:ext cx="6845300" cy="1898650"/>
          </a:xfrm>
        </p:spPr>
        <p:txBody>
          <a:bodyPr/>
          <a:lstStyle/>
          <a:p>
            <a:r>
              <a:rPr lang="en-IN" dirty="0" err="1"/>
              <a:t>AstroSage</a:t>
            </a:r>
            <a:r>
              <a:rPr lang="en-IN" dirty="0"/>
              <a:t> Analysis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7451B7-2A25-8813-BC77-07DE3529FC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6171" y="4002745"/>
            <a:ext cx="5943600" cy="1663699"/>
          </a:xfrm>
        </p:spPr>
        <p:txBody>
          <a:bodyPr>
            <a:normAutofit/>
          </a:bodyPr>
          <a:lstStyle/>
          <a:p>
            <a:r>
              <a:rPr lang="en-US" b="1" dirty="0">
                <a:latin typeface="Baskerville Old Face" panose="02020602080505020303" pitchFamily="18" charset="0"/>
              </a:rPr>
              <a:t>DHRUV KR. KESHRI</a:t>
            </a:r>
          </a:p>
          <a:p>
            <a:endParaRPr lang="en-US" b="1" dirty="0">
              <a:latin typeface="Baskerville Old Face" panose="02020602080505020303" pitchFamily="18" charset="0"/>
            </a:endParaRPr>
          </a:p>
          <a:p>
            <a:r>
              <a:rPr lang="en-US" b="1" dirty="0">
                <a:latin typeface="Baskerville Old Face" panose="02020602080505020303" pitchFamily="18" charset="0"/>
              </a:rPr>
              <a:t>    20</a:t>
            </a:r>
            <a:r>
              <a:rPr lang="en-US" b="1" baseline="30000" dirty="0">
                <a:latin typeface="Baskerville Old Face" panose="02020602080505020303" pitchFamily="18" charset="0"/>
              </a:rPr>
              <a:t>th</a:t>
            </a:r>
            <a:r>
              <a:rPr lang="en-US" b="1" dirty="0">
                <a:latin typeface="Baskerville Old Face" panose="02020602080505020303" pitchFamily="18" charset="0"/>
              </a:rPr>
              <a:t>  JULY 2025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296C3F-495A-659E-9CF0-129AB0CFB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0969" y="527050"/>
            <a:ext cx="5004332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593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0BA60034-9E02-4BFF-D46B-98C157D63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ABOUT ASTROSAGE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D087719B-1FB0-6801-D85B-AC72C478D2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41941" y="1874481"/>
            <a:ext cx="5405917" cy="2549757"/>
          </a:xfr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D763A4D-BD69-FDDB-985B-CF8F860E197E}"/>
              </a:ext>
            </a:extLst>
          </p:cNvPr>
          <p:cNvSpPr txBox="1"/>
          <p:nvPr/>
        </p:nvSpPr>
        <p:spPr>
          <a:xfrm rot="10800000">
            <a:off x="8930348" y="3149361"/>
            <a:ext cx="1439201" cy="45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C68166A2-8569-373F-D73A-D918667888B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98955" y="2261758"/>
            <a:ext cx="5597044" cy="1938992"/>
          </a:xfrm>
          <a:prstGeom prst="rect">
            <a:avLst/>
          </a:prstGeom>
          <a:noFill/>
          <a:ln w="38100">
            <a:solidFill>
              <a:schemeClr val="accent4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Founded in 2000; launched                                                                            AstroSage.com in 2004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India’s leading digital astrology platform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491BBE-DD3B-5E42-8FBE-0EE114250BB4}"/>
              </a:ext>
            </a:extLst>
          </p:cNvPr>
          <p:cNvSpPr txBox="1"/>
          <p:nvPr/>
        </p:nvSpPr>
        <p:spPr>
          <a:xfrm>
            <a:off x="344143" y="4656147"/>
            <a:ext cx="67825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51M+ monthly users, 10M+ app downloads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Offers </a:t>
            </a:r>
            <a:r>
              <a:rPr lang="en-US" altLang="en-US" dirty="0" err="1">
                <a:latin typeface="Arial" panose="020B0604020202020204" pitchFamily="34" charset="0"/>
              </a:rPr>
              <a:t>Kundli</a:t>
            </a:r>
            <a:r>
              <a:rPr lang="en-US" altLang="en-US" dirty="0">
                <a:latin typeface="Arial" panose="020B0604020202020204" pitchFamily="34" charset="0"/>
              </a:rPr>
              <a:t>, horoscope, matchmaking, and daily predictions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Powers 80%+ of India’s online horoscope matching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Innovator in AI-based astrology (</a:t>
            </a:r>
            <a:r>
              <a:rPr lang="en-US" altLang="en-US" dirty="0" err="1">
                <a:latin typeface="Arial" panose="020B0604020202020204" pitchFamily="34" charset="0"/>
              </a:rPr>
              <a:t>AstroSage</a:t>
            </a:r>
            <a:r>
              <a:rPr lang="en-US" altLang="en-US" dirty="0">
                <a:latin typeface="Arial" panose="020B0604020202020204" pitchFamily="34" charset="0"/>
              </a:rPr>
              <a:t> AI, </a:t>
            </a:r>
            <a:r>
              <a:rPr lang="en-US" altLang="en-US" dirty="0" err="1">
                <a:latin typeface="Arial" panose="020B0604020202020204" pitchFamily="34" charset="0"/>
              </a:rPr>
              <a:t>Kundli</a:t>
            </a:r>
            <a:r>
              <a:rPr lang="en-US" altLang="en-US" dirty="0">
                <a:latin typeface="Arial" panose="020B0604020202020204" pitchFamily="34" charset="0"/>
              </a:rPr>
              <a:t> AI 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0830CA-C4C2-3CDD-EA9E-2F8BC0DBD4B0}"/>
              </a:ext>
            </a:extLst>
          </p:cNvPr>
          <p:cNvSpPr/>
          <p:nvPr/>
        </p:nvSpPr>
        <p:spPr>
          <a:xfrm>
            <a:off x="6096000" y="1806361"/>
            <a:ext cx="5751857" cy="2849786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223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628DE1-D28A-C96D-E80C-044008DB0D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4673" y="3768395"/>
            <a:ext cx="5513033" cy="780643"/>
          </a:xfrm>
        </p:spPr>
        <p:txBody>
          <a:bodyPr>
            <a:normAutofit/>
          </a:bodyPr>
          <a:lstStyle/>
          <a:p>
            <a:endParaRPr lang="en-IN" sz="2000" dirty="0"/>
          </a:p>
          <a:p>
            <a:r>
              <a:rPr lang="en-IN" sz="1200" dirty="0"/>
              <a:t> </a:t>
            </a:r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43082854-3DAB-2AAD-CD50-8FF4AC7F2E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2044818"/>
              </p:ext>
            </p:extLst>
          </p:nvPr>
        </p:nvGraphicFramePr>
        <p:xfrm>
          <a:off x="5166976" y="4114398"/>
          <a:ext cx="4981181" cy="23022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DDFDCB4-F7D9-89AD-E5DB-1775D696A517}"/>
              </a:ext>
            </a:extLst>
          </p:cNvPr>
          <p:cNvSpPr txBox="1"/>
          <p:nvPr/>
        </p:nvSpPr>
        <p:spPr>
          <a:xfrm>
            <a:off x="1861653" y="565680"/>
            <a:ext cx="74301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+mj-lt"/>
              </a:rPr>
              <a:t>PROBLEM STATEMENT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D5951-8F6F-B800-740B-46995CDD9BA2}"/>
              </a:ext>
            </a:extLst>
          </p:cNvPr>
          <p:cNvSpPr txBox="1"/>
          <p:nvPr/>
        </p:nvSpPr>
        <p:spPr>
          <a:xfrm>
            <a:off x="679123" y="2205402"/>
            <a:ext cx="922220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optimize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AstroSage’s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call center operations through a strategic investment of ₹1 crore.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primary goal is to determine the most effective allocation of this investment to enhance operational efficiency, customer satisfaction, and overall profitability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study analyzes historical call records, performance metrics, and market dynamics to develop insights that enhance organizational decision-making and improve overall operational efficiency.</a:t>
            </a:r>
          </a:p>
          <a:p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B0451E-C415-921A-A466-AB3E08A6079F}"/>
              </a:ext>
            </a:extLst>
          </p:cNvPr>
          <p:cNvSpPr/>
          <p:nvPr/>
        </p:nvSpPr>
        <p:spPr>
          <a:xfrm>
            <a:off x="504883" y="1879288"/>
            <a:ext cx="9643274" cy="3231254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351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8BD3563-74C4-0E4D-FE4C-A2AA33C32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802" y="563894"/>
            <a:ext cx="5051866" cy="764982"/>
          </a:xfrm>
        </p:spPr>
        <p:txBody>
          <a:bodyPr/>
          <a:lstStyle/>
          <a:p>
            <a:r>
              <a:rPr lang="en-US" sz="3600" dirty="0"/>
              <a:t>DATA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BCD91CF-5B1A-5977-2B98-60D1C5FAF6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4392" y="1594288"/>
            <a:ext cx="60196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endParaRPr lang="en-IN" sz="80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12E8413F-FD7B-4FEA-20DA-30427BEE1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899" y="2145648"/>
            <a:ext cx="884107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collected from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AstroSage’s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consultation system, covering both calls and chats across platforms.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Covers consultations between December 2023 and January 2024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Includes Agent Name, User ID, Call Time, Rating, Consultation Type, and Revenue for detailed analysis.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unused or irrelevant columns to ensure clarity and maintain only essential fields for analysis.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insights into agent performance, call trends, and platform usage, supporting better decision-making.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381888-7D46-8FFE-22E9-D972C6A5FB4C}"/>
              </a:ext>
            </a:extLst>
          </p:cNvPr>
          <p:cNvSpPr/>
          <p:nvPr/>
        </p:nvSpPr>
        <p:spPr>
          <a:xfrm>
            <a:off x="1127573" y="1942386"/>
            <a:ext cx="8779362" cy="4099842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327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1D625AD-D853-E707-6C7F-E31923C41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7480" y="588689"/>
            <a:ext cx="8762246" cy="777240"/>
          </a:xfrm>
        </p:spPr>
        <p:txBody>
          <a:bodyPr/>
          <a:lstStyle/>
          <a:p>
            <a:r>
              <a:rPr lang="en-US" sz="3600" dirty="0"/>
              <a:t>METHODOLOGY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254A4-2340-0054-C749-B7C701175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0" y="1743196"/>
            <a:ext cx="4991100" cy="4621630"/>
          </a:xfrm>
          <a:ln w="38100"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Data Cleaning</a:t>
            </a:r>
          </a:p>
          <a:p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Removed duplicates &amp; failed sessions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Fixed missing values (duration, status)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Standardized date &amp; time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Data Enrichment</a:t>
            </a:r>
          </a:p>
          <a:p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Classified consultations (chat/call, refund)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Calculated avg. duration, earnings, ratings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Used Excel functions (VLOOKUP, IF, TEXT)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Analysis</a:t>
            </a:r>
          </a:p>
          <a:p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Pivot tables: volume, revenue, performance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Trend analysis: frequency &amp; ratings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Segmentation: users &amp; regions</a:t>
            </a:r>
          </a:p>
          <a:p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fontAlgn="ctr">
              <a:buNone/>
            </a:pPr>
            <a:endParaRPr lang="en-IN" sz="15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EAFBF57-37C6-6F58-A56E-93990A433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12730"/>
            <a:ext cx="4285451" cy="25458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39721FF-3E6D-EA29-56CE-90CA0DB5C174}"/>
              </a:ext>
            </a:extLst>
          </p:cNvPr>
          <p:cNvSpPr txBox="1"/>
          <p:nvPr/>
        </p:nvSpPr>
        <p:spPr>
          <a:xfrm>
            <a:off x="6096000" y="4774989"/>
            <a:ext cx="5363726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 Tools :</a:t>
            </a:r>
          </a:p>
          <a:p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Excel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(processing &amp; visualization)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Basic statistics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(trend insights)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461847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B88C3-22C9-7AFF-33C5-C94BB8BA8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372" y="628661"/>
            <a:ext cx="9870412" cy="696649"/>
          </a:xfrm>
        </p:spPr>
        <p:txBody>
          <a:bodyPr/>
          <a:lstStyle/>
          <a:p>
            <a:br>
              <a:rPr lang="en-US" sz="3600" b="1" dirty="0">
                <a:cs typeface="Arial" panose="020B0604020202020204" pitchFamily="34" charset="0"/>
              </a:rPr>
            </a:br>
            <a:br>
              <a:rPr lang="en-US" sz="3600" b="1" dirty="0">
                <a:cs typeface="Arial" panose="020B0604020202020204" pitchFamily="34" charset="0"/>
              </a:rPr>
            </a:br>
            <a:r>
              <a:rPr lang="en-US" sz="3600" b="1" dirty="0">
                <a:cs typeface="Arial" panose="020B0604020202020204" pitchFamily="34" charset="0"/>
              </a:rPr>
              <a:t>DAILY CALL VOLUME ANALYSIS</a:t>
            </a:r>
            <a:br>
              <a:rPr lang="en-US" sz="3600" b="1" dirty="0">
                <a:cs typeface="Arial" panose="020B0604020202020204" pitchFamily="34" charset="0"/>
              </a:rPr>
            </a:br>
            <a:br>
              <a:rPr lang="en-IN" sz="3600" b="1" dirty="0"/>
            </a:br>
            <a:endParaRPr lang="en-US" dirty="0"/>
          </a:p>
        </p:txBody>
      </p:sp>
      <p:graphicFrame>
        <p:nvGraphicFramePr>
          <p:cNvPr id="8" name="Picture Placeholder 7">
            <a:extLst>
              <a:ext uri="{FF2B5EF4-FFF2-40B4-BE49-F238E27FC236}">
                <a16:creationId xmlns:a16="http://schemas.microsoft.com/office/drawing/2014/main" id="{1B2177CF-EAFB-D4AC-8AAF-9C88297AA7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698406"/>
              </p:ext>
            </p:extLst>
          </p:nvPr>
        </p:nvGraphicFramePr>
        <p:xfrm>
          <a:off x="7670800" y="1603830"/>
          <a:ext cx="4216400" cy="46373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DB288C3C-9380-C080-F68D-144FEC20EB95}"/>
              </a:ext>
            </a:extLst>
          </p:cNvPr>
          <p:cNvSpPr txBox="1"/>
          <p:nvPr/>
        </p:nvSpPr>
        <p:spPr>
          <a:xfrm>
            <a:off x="304800" y="1835150"/>
            <a:ext cx="590340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Insights from Visuals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Average Daily Call Volume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246 calls/day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over the observed period of a healthy   baseline for planning staffing and infrastructure</a:t>
            </a:r>
          </a:p>
          <a:p>
            <a:endParaRPr lang="en-IN" sz="1400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3C30B655-7DC8-241A-7AA6-FFB7D69F2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2944766"/>
            <a:ext cx="449580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3505169A-74BD-90BB-06CB-0306C927E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5900" y="3097166"/>
            <a:ext cx="449580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D23E1D7F-25C8-5983-2C96-E0983D17C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135" y="2680298"/>
            <a:ext cx="725396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Peak Volume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Highest on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 11-13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(400+ calls/day).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Lowest Volume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 8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(138 calls).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Holiday Dip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Lower calls on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 31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Jan 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Weekdays &gt; Weekends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Higher calls on weekdays (Dec 11-13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CA1764-DF03-8D09-6810-AA6107E34328}"/>
              </a:ext>
            </a:extLst>
          </p:cNvPr>
          <p:cNvSpPr/>
          <p:nvPr/>
        </p:nvSpPr>
        <p:spPr>
          <a:xfrm>
            <a:off x="203200" y="1835150"/>
            <a:ext cx="7271657" cy="3694793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537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B9B96C9-B7AF-6A29-B57C-8B08CFFA2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259" y="535154"/>
            <a:ext cx="10974741" cy="777240"/>
          </a:xfrm>
        </p:spPr>
        <p:txBody>
          <a:bodyPr/>
          <a:lstStyle/>
          <a:p>
            <a:r>
              <a:rPr lang="en-IN" b="1" dirty="0">
                <a:cs typeface="Arial" panose="020B0604020202020204" pitchFamily="34" charset="0"/>
              </a:rPr>
              <a:t> </a:t>
            </a:r>
            <a:r>
              <a:rPr lang="en-IN" sz="3600" b="1" dirty="0">
                <a:cs typeface="Arial" panose="020B0604020202020204" pitchFamily="34" charset="0"/>
              </a:rPr>
              <a:t>CUSTOMER SATISFACTION</a:t>
            </a:r>
            <a:endParaRPr lang="en-IN" dirty="0"/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65001AE2-B9F3-19DF-22AE-AC64B886E5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1232027"/>
              </p:ext>
            </p:extLst>
          </p:nvPr>
        </p:nvGraphicFramePr>
        <p:xfrm>
          <a:off x="5801365" y="1434689"/>
          <a:ext cx="4038671" cy="18748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2959479B-5397-75EE-E710-AB46941CBADE}"/>
              </a:ext>
            </a:extLst>
          </p:cNvPr>
          <p:cNvSpPr txBox="1"/>
          <p:nvPr/>
        </p:nvSpPr>
        <p:spPr>
          <a:xfrm>
            <a:off x="514178" y="1856363"/>
            <a:ext cx="5283469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Avg. Rating </a:t>
            </a:r>
            <a:br>
              <a:rPr lang="en-IN" sz="2000" dirty="0"/>
            </a:b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    Dec 2023: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2.95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    Jan 2024: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2.68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    Overall Avg.: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2.93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Key Insights :</a:t>
            </a:r>
          </a:p>
          <a:p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Higher ratings in Dec (holiday offers /   performance)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Drop in Jan → check quality &amp; staffing issues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Continuous tracking needed for improvement</a:t>
            </a:r>
          </a:p>
          <a:p>
            <a:endParaRPr lang="en-IN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65001AE2-B9F3-19DF-22AE-AC64B886E5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9994210"/>
              </p:ext>
            </p:extLst>
          </p:nvPr>
        </p:nvGraphicFramePr>
        <p:xfrm>
          <a:off x="6394354" y="1870217"/>
          <a:ext cx="5232919" cy="40644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99F42AC4-14BB-352A-017C-9C928E3AAE7E}"/>
              </a:ext>
            </a:extLst>
          </p:cNvPr>
          <p:cNvSpPr/>
          <p:nvPr/>
        </p:nvSpPr>
        <p:spPr>
          <a:xfrm>
            <a:off x="358856" y="1589314"/>
            <a:ext cx="5232919" cy="4288972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010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3AB8-33C4-D837-C372-0A4BF8ABE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841" y="267914"/>
            <a:ext cx="11386318" cy="972642"/>
          </a:xfrm>
        </p:spPr>
        <p:txBody>
          <a:bodyPr/>
          <a:lstStyle/>
          <a:p>
            <a:r>
              <a:rPr lang="en-US" altLang="en-US" sz="2800" b="1" dirty="0"/>
              <a:t> </a:t>
            </a:r>
            <a:r>
              <a:rPr lang="en-US" altLang="en-US" sz="3200" b="1" dirty="0"/>
              <a:t>REVENUE GENERATED BY CONSULTAION TYPE</a:t>
            </a:r>
            <a:endParaRPr lang="en-IN" sz="2800" dirty="0"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17A15-1E5A-E2D8-3511-E7B5D512194F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10800000" flipV="1">
            <a:off x="2386888" y="6911892"/>
            <a:ext cx="4147070" cy="40299358"/>
          </a:xfrm>
        </p:spPr>
        <p:txBody>
          <a:bodyPr>
            <a:normAutofit/>
          </a:bodyPr>
          <a:lstStyle/>
          <a:p>
            <a:endParaRPr lang="en-IN" sz="1000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D4A48438-1B77-9940-DA76-159E6AE26E6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19927" y="1673917"/>
            <a:ext cx="5562306" cy="233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 by Consultation Type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Breakdown of Revenue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Call: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₹168,520.62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₹45,494.68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 Live Call: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₹50.60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Complementary: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₹0.00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Grand Total: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₹214,065.90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F58E9D9C-DB26-D654-F6D9-C09DAB7215C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89323" y="4225314"/>
            <a:ext cx="5268686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INSIGHTS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4A11F515-208C-B1DF-702D-A4AEF58569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8949556"/>
              </p:ext>
            </p:extLst>
          </p:nvPr>
        </p:nvGraphicFramePr>
        <p:xfrm>
          <a:off x="5805714" y="1352528"/>
          <a:ext cx="5666360" cy="2827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17013240-C2F4-FE8C-5B0B-56E6683EF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268" y="4660451"/>
            <a:ext cx="1044548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Calls generate ~79% of total revenue, making them the core business driver.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Chats contribute ~21%, offering room for growth and optimization.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 Live &amp; Complementary services add negligible revenue, mainly for engagement and retention.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Focus: Strengthen call-based services for higher ROI and expand chat revenue via upselling or bundling.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89276B-9FE4-FA85-D6A3-A2934577A078}"/>
              </a:ext>
            </a:extLst>
          </p:cNvPr>
          <p:cNvSpPr/>
          <p:nvPr/>
        </p:nvSpPr>
        <p:spPr>
          <a:xfrm>
            <a:off x="468107" y="1481071"/>
            <a:ext cx="3837560" cy="2503534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2737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6E38ED51-4D57-AAE5-FE30-B8180FC671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9473" y="1734394"/>
            <a:ext cx="5937796" cy="37187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    Key Insights :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Completed (5,535 Chats):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High rating (7.01) &amp; revenue (₹8.21) → satisfied &amp; profitable.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Failed (7,256 Chats):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No ratings, low revenue (₹1.09) → operational inefficiency.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Incomplete/Pending: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Low ratings &amp; revenue → user drop-offs or tech issues.</a:t>
            </a:r>
          </a:p>
          <a:p>
            <a:endParaRPr lang="en-IN" sz="180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D9124258-8543-DB89-ACBE-6D6A02BF7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9291" y="670134"/>
            <a:ext cx="11072377" cy="1064260"/>
          </a:xfrm>
        </p:spPr>
        <p:txBody>
          <a:bodyPr/>
          <a:lstStyle/>
          <a:p>
            <a:r>
              <a:rPr lang="en-IN" sz="3200" b="1" dirty="0">
                <a:cs typeface="Arial" panose="020B0604020202020204" pitchFamily="34" charset="0"/>
              </a:rPr>
              <a:t>CHAT STATUS DATA</a:t>
            </a:r>
            <a:br>
              <a:rPr lang="en-IN" sz="3600" b="1" dirty="0">
                <a:cs typeface="Arial" panose="020B0604020202020204" pitchFamily="34" charset="0"/>
              </a:rPr>
            </a:br>
            <a:endParaRPr lang="en-IN" sz="3600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54E53B5-E501-F397-D842-CB70B3405B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4437968"/>
              </p:ext>
            </p:extLst>
          </p:nvPr>
        </p:nvGraphicFramePr>
        <p:xfrm>
          <a:off x="6625771" y="1314823"/>
          <a:ext cx="5274131" cy="42052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E238A79-7E5F-9E8E-2047-C5F2738C233B}"/>
              </a:ext>
            </a:extLst>
          </p:cNvPr>
          <p:cNvSpPr/>
          <p:nvPr/>
        </p:nvSpPr>
        <p:spPr>
          <a:xfrm>
            <a:off x="254000" y="1560286"/>
            <a:ext cx="6088743" cy="3563321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4053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11131D1-E047-7752-5D71-F8D255234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500910"/>
            <a:ext cx="9027886" cy="572111"/>
          </a:xfrm>
        </p:spPr>
        <p:txBody>
          <a:bodyPr/>
          <a:lstStyle/>
          <a:p>
            <a:r>
              <a:rPr lang="en-US" altLang="en-US" sz="3600" b="1" dirty="0">
                <a:latin typeface="+mj-lt"/>
              </a:rPr>
              <a:t> RATING WISE GURU DISTIBUTION</a:t>
            </a:r>
          </a:p>
        </p:txBody>
      </p:sp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53038BBD-9130-00E7-0202-D84A33EBAA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4731286"/>
              </p:ext>
            </p:extLst>
          </p:nvPr>
        </p:nvGraphicFramePr>
        <p:xfrm>
          <a:off x="6147778" y="1619298"/>
          <a:ext cx="5734681" cy="40357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3" name="Rectangle 2">
            <a:extLst>
              <a:ext uri="{FF2B5EF4-FFF2-40B4-BE49-F238E27FC236}">
                <a16:creationId xmlns:a16="http://schemas.microsoft.com/office/drawing/2014/main" id="{8C8D7E0B-75DC-8FA5-3576-62B2530F7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925" y="1730575"/>
            <a:ext cx="542471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    </a:t>
            </a:r>
            <a:r>
              <a:rPr lang="en-US" altLang="en-US" b="1" dirty="0">
                <a:latin typeface="Arial" panose="020B0604020202020204" pitchFamily="34" charset="0"/>
              </a:rPr>
              <a:t>Key Insights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7,256 gurus have a rating of 0, indicating they are new or unrated.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Many fall within the low rating range (1–3), suggesting a need for performance improvement.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Few gurus have high ratings (6–8), showing limited top performers.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This presents an opportunity for targeted training or mentoring.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6AE6E7D-0D99-0C0D-B5C8-17CCA16C19E6}"/>
              </a:ext>
            </a:extLst>
          </p:cNvPr>
          <p:cNvSpPr/>
          <p:nvPr/>
        </p:nvSpPr>
        <p:spPr>
          <a:xfrm>
            <a:off x="369467" y="1680086"/>
            <a:ext cx="5424714" cy="4177441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7031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620595B-6D63-A44C-5A17-3CD6FE50B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286" y="2289320"/>
            <a:ext cx="10261600" cy="329074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29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sz="1200" dirty="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4A11F515-208C-B1DF-702D-A4AEF58569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2475796"/>
              </p:ext>
            </p:extLst>
          </p:nvPr>
        </p:nvGraphicFramePr>
        <p:xfrm>
          <a:off x="6350000" y="1677184"/>
          <a:ext cx="5601973" cy="43905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65CC481-F4C0-6ED1-9BB7-809CB39AFD39}"/>
              </a:ext>
            </a:extLst>
          </p:cNvPr>
          <p:cNvSpPr txBox="1"/>
          <p:nvPr/>
        </p:nvSpPr>
        <p:spPr>
          <a:xfrm>
            <a:off x="386443" y="599966"/>
            <a:ext cx="1141911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+mj-lt"/>
                <a:cs typeface="Arial" panose="020B0604020202020204" pitchFamily="34" charset="0"/>
              </a:rPr>
              <a:t>SHIFT FOCUSED TOWARDS CALL BASED CONSULTATIONS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431C0B4-6315-06AF-CBAC-A0116702D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930" y="1933874"/>
            <a:ext cx="6243920" cy="3416320"/>
          </a:xfrm>
          <a:prstGeom prst="rect">
            <a:avLst/>
          </a:prstGeom>
          <a:noFill/>
          <a:ln w="38100">
            <a:solidFill>
              <a:schemeClr val="accent4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b="1" dirty="0">
                <a:latin typeface="Arial" panose="020B0604020202020204" pitchFamily="34" charset="0"/>
              </a:rPr>
              <a:t>Key Insights 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calls are successfully completed, but about 59% are unanswered, busy, failed, or incomplete, indicating room for improvement in connectivity and call handling.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improve the call completion rate, implement automated IVR calls for initial engagement and hire additional agents to handle higher call volumes effectively.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6300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88A8F7ED-8D64-5A38-C721-8ACD0D53F3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5331" y="1789932"/>
            <a:ext cx="5405720" cy="44955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Key Insights </a:t>
            </a:r>
            <a:r>
              <a:rPr lang="en-US" sz="1800" dirty="0"/>
              <a:t>: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Dr.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Balkrisna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tops total earnings (₹15,910.21) with strong efficiency.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Usha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Siingh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achieves the highest earnings per minute (₹15.36/min).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Astro Shalini leads in call duration but has moderate returns.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Tarot readers generally show better earning efficiency than astrologers.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Short, high-value consultations drive greater profitability overall.</a:t>
            </a:r>
          </a:p>
          <a:p>
            <a:endParaRPr lang="en-IN" sz="1200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7C24795-A2C3-6B86-61F1-B29E8A85C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069" y="424869"/>
            <a:ext cx="11503881" cy="946731"/>
          </a:xfrm>
        </p:spPr>
        <p:txBody>
          <a:bodyPr/>
          <a:lstStyle/>
          <a:p>
            <a:r>
              <a:rPr lang="en-US" sz="2800" dirty="0">
                <a:cs typeface="Arial" panose="020B0604020202020204" pitchFamily="34" charset="0"/>
              </a:rPr>
              <a:t>TOP-PERFOMING GURUS BASED ON RATING &amp; EARNING</a:t>
            </a:r>
            <a:endParaRPr lang="en-IN" sz="1600" dirty="0"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60D54E-CAC7-FAE2-C37D-607B93E6C2C0}"/>
              </a:ext>
            </a:extLst>
          </p:cNvPr>
          <p:cNvSpPr/>
          <p:nvPr/>
        </p:nvSpPr>
        <p:spPr>
          <a:xfrm>
            <a:off x="280491" y="1590459"/>
            <a:ext cx="5713909" cy="4894488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60ACAE1-0A04-47A3-BAF0-8BD58F77A9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4736562"/>
              </p:ext>
            </p:extLst>
          </p:nvPr>
        </p:nvGraphicFramePr>
        <p:xfrm>
          <a:off x="6903383" y="1527650"/>
          <a:ext cx="4639825" cy="4232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24511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6E2A1E-0529-C187-0D85-73298F2194B1}"/>
              </a:ext>
            </a:extLst>
          </p:cNvPr>
          <p:cNvSpPr txBox="1"/>
          <p:nvPr/>
        </p:nvSpPr>
        <p:spPr>
          <a:xfrm>
            <a:off x="1746251" y="525468"/>
            <a:ext cx="65849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+mj-lt"/>
                <a:cs typeface="Arial" panose="020B0604020202020204" pitchFamily="34" charset="0"/>
              </a:rPr>
              <a:t>DAILY CALL ACTIVITY</a:t>
            </a:r>
            <a:endParaRPr lang="en-IN" sz="36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BCEA35-598E-AB20-94BD-D13FB1A4A1E2}"/>
              </a:ext>
            </a:extLst>
          </p:cNvPr>
          <p:cNvSpPr/>
          <p:nvPr/>
        </p:nvSpPr>
        <p:spPr>
          <a:xfrm>
            <a:off x="471224" y="1880506"/>
            <a:ext cx="6095999" cy="4389676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78C248D1-BEC7-1C64-5D76-425380EC32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7784645"/>
              </p:ext>
            </p:extLst>
          </p:nvPr>
        </p:nvGraphicFramePr>
        <p:xfrm>
          <a:off x="6953250" y="1809750"/>
          <a:ext cx="4864100" cy="38764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1DFC7CE-A11F-6FA0-DEDE-0636A0760058}"/>
              </a:ext>
            </a:extLst>
          </p:cNvPr>
          <p:cNvSpPr txBox="1"/>
          <p:nvPr/>
        </p:nvSpPr>
        <p:spPr>
          <a:xfrm>
            <a:off x="471224" y="2085825"/>
            <a:ext cx="6096000" cy="3979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16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</a:t>
            </a:r>
            <a:r>
              <a:rPr lang="en-IN" sz="16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Key Insights:</a:t>
            </a:r>
            <a:endParaRPr lang="en-IN" sz="16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daily call volume fluctuates significantly, with both sharp rises and steep drops. No steady upward or downward linear trend, but rather </a:t>
            </a:r>
            <a:r>
              <a:rPr lang="en-IN" sz="16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seasonal peaks and troughs</a:t>
            </a:r>
            <a:r>
              <a:rPr lang="en-IN" sz="16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From </a:t>
            </a:r>
            <a:r>
              <a:rPr lang="en-IN" sz="16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08-12-23 (138)</a:t>
            </a:r>
            <a:r>
              <a:rPr lang="en-IN" sz="16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to </a:t>
            </a:r>
            <a:r>
              <a:rPr lang="en-IN" sz="16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09-12-23 (288): +150 calls (biggest jump)</a:t>
            </a:r>
            <a:r>
              <a:rPr lang="en-IN" sz="16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From </a:t>
            </a:r>
            <a:r>
              <a:rPr lang="en-IN" sz="16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13-12-23 (348)</a:t>
            </a:r>
            <a:r>
              <a:rPr lang="en-IN" sz="16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to </a:t>
            </a:r>
            <a:r>
              <a:rPr lang="en-IN" sz="16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14-12-23 (226): –122 calls (sharp decline)</a:t>
            </a:r>
            <a:r>
              <a:rPr lang="en-IN" sz="16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Drops are noticeable around </a:t>
            </a:r>
            <a:r>
              <a:rPr lang="en-IN" sz="16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weekends and holidays</a:t>
            </a:r>
            <a:r>
              <a:rPr lang="en-IN" sz="16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(07-08 Dec drop before spike, 30–31 Dec, 01 Jan).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Spikes tend to occur on </a:t>
            </a:r>
            <a:r>
              <a:rPr lang="en-IN" sz="16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weekdays mid-month</a:t>
            </a:r>
            <a:r>
              <a:rPr lang="en-IN" sz="16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(09–10 Dec, 15 Dec).</a:t>
            </a:r>
          </a:p>
        </p:txBody>
      </p:sp>
    </p:spTree>
    <p:extLst>
      <p:ext uri="{BB962C8B-B14F-4D97-AF65-F5344CB8AC3E}">
        <p14:creationId xmlns:p14="http://schemas.microsoft.com/office/powerpoint/2010/main" val="2139422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7BDD0E-959B-3612-BE77-F336B4740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2499" y="422981"/>
            <a:ext cx="10161824" cy="741376"/>
          </a:xfrm>
        </p:spPr>
        <p:txBody>
          <a:bodyPr/>
          <a:lstStyle/>
          <a:p>
            <a:r>
              <a:rPr lang="en-US" dirty="0">
                <a:cs typeface="Arial" panose="020B0604020202020204" pitchFamily="34" charset="0"/>
              </a:rPr>
              <a:t>DASHBOARD</a:t>
            </a:r>
            <a:endParaRPr lang="en-IN" dirty="0"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6205E-03DB-2FEC-A59D-A637AFBF5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58008B-9F31-E937-F369-A6908D74A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970498"/>
            <a:ext cx="11201400" cy="551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962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C7C4CB4-2D30-2483-8B57-4FE2DDE79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1969682-00B7-462C-535D-EF159A1F0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985" y="581824"/>
            <a:ext cx="10161824" cy="741376"/>
          </a:xfrm>
        </p:spPr>
        <p:txBody>
          <a:bodyPr/>
          <a:lstStyle/>
          <a:p>
            <a:pPr algn="just"/>
            <a:r>
              <a:rPr lang="en-IN" sz="3600" dirty="0">
                <a:cs typeface="Arial" panose="020B0604020202020204" pitchFamily="34" charset="0"/>
              </a:rPr>
              <a:t>    RECOMMENDATION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78D140-4C97-5840-F38E-E9408F4106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9900" y="1932770"/>
            <a:ext cx="10161824" cy="3693319"/>
          </a:xfrm>
          <a:prstGeom prst="rect">
            <a:avLst/>
          </a:prstGeom>
          <a:noFill/>
          <a:ln w="38100">
            <a:solidFill>
              <a:schemeClr val="accent4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Enhanced Agent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Training: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Strengthen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agent capabilities by focusing on consultation quality and faster issue resolution to improve customer satisfaction.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 Call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Duration: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ideal call duration that balances efficiency with a positive customer experience.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Strategic Resource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Deployment: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top-performing agents during peak hours and assign them to handle complex cases for consistent service excellence.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Integrate Customer </a:t>
            </a:r>
            <a:r>
              <a:rPr lang="en-US" altLang="en-US" sz="1800" b="1" dirty="0" err="1">
                <a:latin typeface="Arial" panose="020B0604020202020204" pitchFamily="34" charset="0"/>
              </a:rPr>
              <a:t>Feedback:</a:t>
            </a:r>
            <a:r>
              <a:rPr lang="en-US" altLang="en-US" sz="1800" dirty="0" err="1">
                <a:latin typeface="Arial" panose="020B0604020202020204" pitchFamily="34" charset="0"/>
              </a:rPr>
              <a:t>Continuously</a:t>
            </a:r>
            <a:r>
              <a:rPr lang="en-US" altLang="en-US" sz="1800" dirty="0">
                <a:latin typeface="Arial" panose="020B0604020202020204" pitchFamily="34" charset="0"/>
              </a:rPr>
              <a:t> analyze customer feedback to detect recurring issues and leverage insights for service enhancement.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2404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7">
            <a:extLst>
              <a:ext uri="{FF2B5EF4-FFF2-40B4-BE49-F238E27FC236}">
                <a16:creationId xmlns:a16="http://schemas.microsoft.com/office/drawing/2014/main" id="{39198A3B-B51C-56C7-A013-1F0C77E3D6D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784484" y="1782836"/>
            <a:ext cx="983271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Calls Drive Revenue: Most profitable channel → focus on UX &amp; infrastructure.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High Session Failures: Incomplete calls → lost revenue; need better backend &amp; call flow.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Top Gurus Boost Retention: High-rated gurus → model success &amp; promote them.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Uneven Demand: Fluctuating call volume → predictive staffing &amp; flexible resources needed.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Upskilling Needed: Performance gaps → targeted training &amp; incentives for consistency.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387C1BA-E96E-09D4-AA8F-56BB1E232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5056" y="515474"/>
            <a:ext cx="8762246" cy="777240"/>
          </a:xfrm>
        </p:spPr>
        <p:txBody>
          <a:bodyPr/>
          <a:lstStyle/>
          <a:p>
            <a:r>
              <a:rPr lang="en-US" sz="3200" dirty="0"/>
              <a:t>CONCLUSION</a:t>
            </a: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56417E-A306-BEE4-1A10-7260360D10B2}"/>
              </a:ext>
            </a:extLst>
          </p:cNvPr>
          <p:cNvSpPr txBox="1"/>
          <p:nvPr/>
        </p:nvSpPr>
        <p:spPr>
          <a:xfrm>
            <a:off x="1143512" y="4036697"/>
            <a:ext cx="6154768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Closing Statement :</a:t>
            </a:r>
          </a:p>
          <a:p>
            <a:pPr>
              <a:buNone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id="{89E5B85C-EBD7-F739-5DA8-338EBB39E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4975" y="4488999"/>
            <a:ext cx="7996475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Data-driven roadmap to make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AstroSage’s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call center more efficient, high-performing, and customer-centric.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Strategic investments guided by insights will improve service quality, satisfaction, and drive measurable business growth.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76C653-DF25-2A36-ADDF-F11275E00624}"/>
              </a:ext>
            </a:extLst>
          </p:cNvPr>
          <p:cNvSpPr/>
          <p:nvPr/>
        </p:nvSpPr>
        <p:spPr>
          <a:xfrm>
            <a:off x="914400" y="3948023"/>
            <a:ext cx="8403504" cy="2257352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7535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9D7B382-C11A-E7FC-82C3-C2C2744F8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708" y="731520"/>
            <a:ext cx="10298583" cy="777240"/>
          </a:xfrm>
        </p:spPr>
        <p:txBody>
          <a:bodyPr/>
          <a:lstStyle/>
          <a:p>
            <a:br>
              <a:rPr lang="en-IN" b="1" dirty="0"/>
            </a:br>
            <a:br>
              <a:rPr lang="en-IN" b="1" dirty="0"/>
            </a:br>
            <a:r>
              <a:rPr lang="en-IN" sz="3600" b="1" dirty="0"/>
              <a:t> ACKNOWLEDGEMENT &amp; REFRENCE</a:t>
            </a:r>
            <a:br>
              <a:rPr lang="en-IN" sz="3600" dirty="0"/>
            </a:br>
            <a:br>
              <a:rPr lang="en-IN" sz="3600" dirty="0"/>
            </a:br>
            <a:br>
              <a:rPr lang="en-IN" sz="2000" dirty="0"/>
            </a:br>
            <a:endParaRPr lang="en-IN" sz="2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1F5525A-C59A-6187-2679-FDEAA57140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92250" y="2109996"/>
            <a:ext cx="7486650" cy="2677656"/>
          </a:xfrm>
          <a:prstGeom prst="rect">
            <a:avLst/>
          </a:prstGeom>
          <a:noFill/>
          <a:ln w="38100">
            <a:solidFill>
              <a:schemeClr val="accent4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accent4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ASTROSAGE ANALYSIS REPORT 2023-24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Founder/Author: Pt. Arun Kumar Bansal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Website: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www.astrosage.com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96628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084E0-B6F3-2EB2-88C9-7E74C0110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50" y="990600"/>
            <a:ext cx="9611876" cy="3333750"/>
          </a:xfrm>
        </p:spPr>
        <p:txBody>
          <a:bodyPr/>
          <a:lstStyle/>
          <a:p>
            <a:r>
              <a:rPr lang="en-IN" sz="8000" dirty="0"/>
              <a:t>THANK YOU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1271999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9">
      <a:dk1>
        <a:srgbClr val="231F20"/>
      </a:dk1>
      <a:lt1>
        <a:srgbClr val="FFFFFF"/>
      </a:lt1>
      <a:dk2>
        <a:srgbClr val="231F20"/>
      </a:dk2>
      <a:lt2>
        <a:srgbClr val="FDF9E2"/>
      </a:lt2>
      <a:accent1>
        <a:srgbClr val="FC2834"/>
      </a:accent1>
      <a:accent2>
        <a:srgbClr val="43AAC7"/>
      </a:accent2>
      <a:accent3>
        <a:srgbClr val="00AA59"/>
      </a:accent3>
      <a:accent4>
        <a:srgbClr val="FEA000"/>
      </a:accent4>
      <a:accent5>
        <a:srgbClr val="FDEE6B"/>
      </a:accent5>
      <a:accent6>
        <a:srgbClr val="3266A6"/>
      </a:accent6>
      <a:hlink>
        <a:srgbClr val="FC2734"/>
      </a:hlink>
      <a:folHlink>
        <a:srgbClr val="42AAC7"/>
      </a:folHlink>
    </a:clrScheme>
    <a:fontScheme name="Custom 26">
      <a:majorFont>
        <a:latin typeface="Arial Black"/>
        <a:ea typeface=""/>
        <a:cs typeface=""/>
      </a:majorFont>
      <a:minorFont>
        <a:latin typeface="Arial Blac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_Design_Win32_SW_v11" id="{D7435ACC-9DD3-4D5B-A984-7326EB7AF7CB}" vid="{7C01AFE1-C5EE-47B6-A71D-62A9F78E44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65A588-1D2A-427C-AA32-A236D95C8F89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3441F37-C10B-49C7-9131-D813AD6E948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B0F111-FD6B-4279-A9B8-A9ADF27746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1006</TotalTime>
  <Words>1191</Words>
  <Application>Microsoft Office PowerPoint</Application>
  <PresentationFormat>Widescreen</PresentationFormat>
  <Paragraphs>175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Arial Black</vt:lpstr>
      <vt:lpstr>Baskerville Old Face</vt:lpstr>
      <vt:lpstr>Calibri</vt:lpstr>
      <vt:lpstr>Symbol</vt:lpstr>
      <vt:lpstr>Office Theme</vt:lpstr>
      <vt:lpstr>AstroSage Analysis</vt:lpstr>
      <vt:lpstr>ABOUT ASTROSAGE</vt:lpstr>
      <vt:lpstr>PowerPoint Presentation</vt:lpstr>
      <vt:lpstr>DATA OVERVIEW</vt:lpstr>
      <vt:lpstr>METHODOLOGY</vt:lpstr>
      <vt:lpstr>  DAILY CALL VOLUME ANALYSIS  </vt:lpstr>
      <vt:lpstr> CUSTOMER SATISFACTION</vt:lpstr>
      <vt:lpstr> REVENUE GENERATED BY CONSULTAION TYPE</vt:lpstr>
      <vt:lpstr>CHAT STATUS DATA </vt:lpstr>
      <vt:lpstr>PowerPoint Presentation</vt:lpstr>
      <vt:lpstr>PowerPoint Presentation</vt:lpstr>
      <vt:lpstr>TOP-PERFOMING GURUS BASED ON RATING &amp; EARNING</vt:lpstr>
      <vt:lpstr>PowerPoint Presentation</vt:lpstr>
      <vt:lpstr>DASHBOARD</vt:lpstr>
      <vt:lpstr>    RECOMMENDATION</vt:lpstr>
      <vt:lpstr>CONCLUSION</vt:lpstr>
      <vt:lpstr>   ACKNOWLEDGEMENT &amp; REFRENCE  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DHRUV KESHRI</dc:creator>
  <cp:lastModifiedBy>DHRUV KESHRI</cp:lastModifiedBy>
  <cp:revision>3</cp:revision>
  <dcterms:created xsi:type="dcterms:W3CDTF">2025-07-20T11:49:55Z</dcterms:created>
  <dcterms:modified xsi:type="dcterms:W3CDTF">2025-11-12T14:15:01Z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